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2" r:id="rId5"/>
    <p:sldId id="266" r:id="rId6"/>
    <p:sldId id="258" r:id="rId7"/>
    <p:sldId id="259" r:id="rId8"/>
    <p:sldId id="260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BF2"/>
    <a:srgbClr val="F2A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09"/>
    <p:restoredTop sz="94775"/>
  </p:normalViewPr>
  <p:slideViewPr>
    <p:cSldViewPr snapToGrid="0">
      <p:cViewPr varScale="1">
        <p:scale>
          <a:sx n="113" d="100"/>
          <a:sy n="113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2C83-2267-4306-6FDC-525D68DCA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5EAFC-34DB-308E-05A2-79773383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A3CD1-C45F-BDB3-E26A-0D69EAC4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25083-C1A5-6911-E419-EBFC5786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B6F99-ED65-182B-2EF9-916422C0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6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05BC-B38D-416A-F8F2-D01D8497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BDFD-4F22-73B0-B177-A4295FE9B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BB398-E0AD-31BB-E2E8-3C178352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E636-BB72-965B-82B7-807D8B09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5708-D11F-F41B-0B89-908ECA79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2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7E44-DDAE-1881-0E16-60713669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95B94-48FC-1EBE-B64D-BF68152A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2126A-9044-1242-BE0A-D4C2361B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6ABEF-5813-3AA1-2210-F92F7237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EDD0-B946-9B83-2E64-8D8D764D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7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093F-0B35-BD0B-ABEE-68015CC4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BE4C-D51F-90D4-DFA4-101073086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54A58-5742-B162-4F69-560397778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F939-EBCA-03FD-82D0-2D26F2BE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E71A-2C0D-3A30-691D-A35DD7DC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C2D11-5B26-C900-04F9-D4CB165E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C131-614F-3D0B-FBFF-098B6284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0B573-E510-AAD9-7C53-F48EE524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4A389-E696-9098-3F2C-9DEC88A56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31B8B-9848-B1AE-7239-6FE9F5331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30D3C-297E-4EAF-BA92-0662CE981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4A3F8-DF74-C18F-66E7-4EF15FD2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C72A7-8134-1552-8D80-83112CC9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D2B0C-2CDB-FE44-8FA7-64DD23E6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2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1620-2FF8-FBE8-2398-FF8DB715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9C278-64D5-201D-FC88-2F9FD143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DCDAD-1149-655D-C18D-8950795C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46C2A-DFA0-5C97-4FA3-5DC0EDD1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9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85F1F-75E7-1907-ED0B-34A2EACC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A27D8-3A2B-459E-5E32-8522F7BB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6767-B60F-0D00-D04D-F4D3A6FF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1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3B73-2117-E637-D8DD-32A41734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72AC-16EC-4430-0177-34B8EDC1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4E6C1-48CB-6BFB-ACF4-AA5865276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C68C9-910C-0835-9766-BCF63448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62B9F-18D1-15E5-A3C2-2404B210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B190C-6B97-1B75-B04D-0942B0F0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0C6F-8ED5-6D1E-691F-6595B940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755D5-FDAE-9FB8-6518-558FC8F08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46BF7-E2D8-DFB5-E3CA-6C45BB46D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E38F-01D1-BABB-277C-1EA4D62D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C786F-5437-ADC6-77EA-7E6C2593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AAC2-6DBE-9651-0884-31138AE1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5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EE34-0406-1AA5-BD8B-CFF8909F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4FEBE-6A38-3032-DDCC-12E2AC2E1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07A16-2E50-6AE0-CEA4-9713EFB7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52E3-0030-AAE2-9FAB-69060647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AD068-34BF-767E-ECE2-C017E9E0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B2C91-071A-5B36-29C5-79659B124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7C251-A769-4896-7C3D-91D5065AD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F3F9-E64E-F88F-EFD2-5D764FEA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8769-CFD9-DB6D-4421-8A6E5D59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7242-5848-D028-583E-4C83D13F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0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7C2C4-6E57-220B-1D68-0CF14545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33E37-127B-0736-4F8E-486B7770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7DAEE-7929-1FF4-7CC6-341ABB439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9BCAE-E85D-73BD-834E-83E1C3BA1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0245-8953-A700-9119-D8A3F32A1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176510" y="756746"/>
            <a:ext cx="1608082" cy="599089"/>
            <a:chOff x="1418897" y="1334814"/>
            <a:chExt cx="1608082" cy="599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547242" y="756746"/>
            <a:ext cx="944746" cy="599089"/>
            <a:chOff x="4177862" y="4230414"/>
            <a:chExt cx="944746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25BAA2-2DCF-9CA7-64EA-6201F6477FC3}"/>
              </a:ext>
            </a:extLst>
          </p:cNvPr>
          <p:cNvGrpSpPr/>
          <p:nvPr/>
        </p:nvGrpSpPr>
        <p:grpSpPr>
          <a:xfrm>
            <a:off x="5536161" y="756746"/>
            <a:ext cx="947952" cy="599089"/>
            <a:chOff x="4177862" y="4230414"/>
            <a:chExt cx="947952" cy="5990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D42C8-D01E-810F-4C22-5150A4A54272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FDB7E-F23A-C33B-3271-1BB70DD39408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3F664-65EA-A452-487B-1D79B5ECF0E8}"/>
              </a:ext>
            </a:extLst>
          </p:cNvPr>
          <p:cNvGrpSpPr/>
          <p:nvPr/>
        </p:nvGrpSpPr>
        <p:grpSpPr>
          <a:xfrm>
            <a:off x="7271428" y="2191407"/>
            <a:ext cx="1608082" cy="599089"/>
            <a:chOff x="1418897" y="1334814"/>
            <a:chExt cx="1608082" cy="5990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6368E0-E95F-957A-6B17-FEB756B502E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66633D-9CAA-A1D4-43CD-13128018C146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703C7D-32DC-3EDB-FE00-F4FFDE28AB88}"/>
              </a:ext>
            </a:extLst>
          </p:cNvPr>
          <p:cNvGrpSpPr/>
          <p:nvPr/>
        </p:nvGrpSpPr>
        <p:grpSpPr>
          <a:xfrm>
            <a:off x="5596932" y="2191406"/>
            <a:ext cx="944746" cy="599089"/>
            <a:chOff x="4177862" y="4230414"/>
            <a:chExt cx="944746" cy="59908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454B6C-19C0-8DFB-2D4C-EDDE9B569566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2542EC-6BAD-C8B8-CA88-8DB9B8DA7336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51344F-2024-E3C3-F099-DEAA0889C218}"/>
              </a:ext>
            </a:extLst>
          </p:cNvPr>
          <p:cNvGrpSpPr/>
          <p:nvPr/>
        </p:nvGrpSpPr>
        <p:grpSpPr>
          <a:xfrm>
            <a:off x="3578772" y="2207171"/>
            <a:ext cx="947952" cy="599089"/>
            <a:chOff x="4177862" y="4230414"/>
            <a:chExt cx="947952" cy="59908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A7B51E-B19B-450A-1AC7-35C6606EEDD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2EA447-1669-41E6-1C63-C278FB250009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B7B8DE-2317-D27D-A94C-5DF8C2579AF4}"/>
              </a:ext>
            </a:extLst>
          </p:cNvPr>
          <p:cNvGrpSpPr/>
          <p:nvPr/>
        </p:nvGrpSpPr>
        <p:grpSpPr>
          <a:xfrm>
            <a:off x="1176510" y="2171117"/>
            <a:ext cx="1608082" cy="599089"/>
            <a:chOff x="1418897" y="1334814"/>
            <a:chExt cx="1608082" cy="59908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352463-E9FB-EB58-D0A6-B8C0D1A05310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E5E1E4-25BA-92AD-786A-6CBF7D063B42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F2BD77-94E9-2568-FFD5-69E1492ECF0F}"/>
              </a:ext>
            </a:extLst>
          </p:cNvPr>
          <p:cNvGrpSpPr/>
          <p:nvPr/>
        </p:nvGrpSpPr>
        <p:grpSpPr>
          <a:xfrm>
            <a:off x="7286125" y="756746"/>
            <a:ext cx="1608082" cy="599089"/>
            <a:chOff x="1418897" y="1334814"/>
            <a:chExt cx="1608082" cy="59908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DA6DB7-2A45-9832-762B-B2FBCD28C59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424923-741B-5EC2-2FE8-BB5B4AE0DA5A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159CF1-5ADE-6C16-01A1-DCBBE8ABC56C}"/>
              </a:ext>
            </a:extLst>
          </p:cNvPr>
          <p:cNvCxnSpPr>
            <a:cxnSpLocks/>
          </p:cNvCxnSpPr>
          <p:nvPr/>
        </p:nvCxnSpPr>
        <p:spPr>
          <a:xfrm flipV="1">
            <a:off x="2784592" y="1056290"/>
            <a:ext cx="7626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3FF0D29-D0D8-C6F5-4C9C-C75B43481F42}"/>
              </a:ext>
            </a:extLst>
          </p:cNvPr>
          <p:cNvCxnSpPr>
            <a:cxnSpLocks/>
          </p:cNvCxnSpPr>
          <p:nvPr/>
        </p:nvCxnSpPr>
        <p:spPr>
          <a:xfrm flipV="1">
            <a:off x="4486577" y="1056290"/>
            <a:ext cx="1049584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FBA950-6068-7B8D-5304-058F75F5900E}"/>
              </a:ext>
            </a:extLst>
          </p:cNvPr>
          <p:cNvCxnSpPr>
            <a:cxnSpLocks/>
          </p:cNvCxnSpPr>
          <p:nvPr/>
        </p:nvCxnSpPr>
        <p:spPr>
          <a:xfrm>
            <a:off x="6455815" y="1035269"/>
            <a:ext cx="830310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43759-27C3-65EA-BEB4-30EABB279EE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8075469" y="1354366"/>
            <a:ext cx="14697" cy="837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77F450-9422-8727-E149-A109D8D212BC}"/>
              </a:ext>
            </a:extLst>
          </p:cNvPr>
          <p:cNvCxnSpPr>
            <a:cxnSpLocks/>
          </p:cNvCxnSpPr>
          <p:nvPr/>
        </p:nvCxnSpPr>
        <p:spPr>
          <a:xfrm flipH="1">
            <a:off x="6455815" y="2506715"/>
            <a:ext cx="8156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285162-1D81-2464-BEEB-B092E0F5EE25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4526724" y="2506715"/>
            <a:ext cx="1101738" cy="21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CAB909-F59B-36BD-98EC-7C1B5C88EA9E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2784592" y="2470662"/>
            <a:ext cx="819984" cy="6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828D91D-BADF-9759-AC12-A3ABC339EB13}"/>
              </a:ext>
            </a:extLst>
          </p:cNvPr>
          <p:cNvSpPr txBox="1"/>
          <p:nvPr/>
        </p:nvSpPr>
        <p:spPr>
          <a:xfrm>
            <a:off x="4460677" y="4050998"/>
            <a:ext cx="191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chain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83D1D-2B39-7F8A-84E0-656CC1F339D4}"/>
              </a:ext>
            </a:extLst>
          </p:cNvPr>
          <p:cNvSpPr/>
          <p:nvPr/>
        </p:nvSpPr>
        <p:spPr>
          <a:xfrm>
            <a:off x="769434" y="457200"/>
            <a:ext cx="2341756" cy="2653990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2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B13CDB-191A-7298-28CE-2E8131954B95}"/>
              </a:ext>
            </a:extLst>
          </p:cNvPr>
          <p:cNvGrpSpPr/>
          <p:nvPr/>
        </p:nvGrpSpPr>
        <p:grpSpPr>
          <a:xfrm>
            <a:off x="1583731" y="1903816"/>
            <a:ext cx="8192953" cy="1897627"/>
            <a:chOff x="423146" y="1063577"/>
            <a:chExt cx="8192953" cy="18976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B1270B-E8E5-8B4B-493A-69FFB16B7739}"/>
                </a:ext>
              </a:extLst>
            </p:cNvPr>
            <p:cNvGrpSpPr/>
            <p:nvPr/>
          </p:nvGrpSpPr>
          <p:grpSpPr>
            <a:xfrm>
              <a:off x="693011" y="2017869"/>
              <a:ext cx="398030" cy="369332"/>
              <a:chOff x="1410204" y="1397494"/>
              <a:chExt cx="398030" cy="3693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A8914C9-7ED5-0795-92AB-55171DEAC2A5}"/>
                  </a:ext>
                </a:extLst>
              </p:cNvPr>
              <p:cNvSpPr/>
              <p:nvPr/>
            </p:nvSpPr>
            <p:spPr>
              <a:xfrm>
                <a:off x="1410204" y="1397494"/>
                <a:ext cx="398030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EEE713-906F-007D-12B3-439C44ED5E08}"/>
                  </a:ext>
                </a:extLst>
              </p:cNvPr>
              <p:cNvSpPr txBox="1"/>
              <p:nvPr/>
            </p:nvSpPr>
            <p:spPr>
              <a:xfrm>
                <a:off x="1418897" y="1449692"/>
                <a:ext cx="3893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src</a:t>
                </a:r>
                <a:endParaRPr lang="en-US" sz="12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56496-EABF-0C59-E344-AF7FFE1E874C}"/>
                </a:ext>
              </a:extLst>
            </p:cNvPr>
            <p:cNvGrpSpPr/>
            <p:nvPr/>
          </p:nvGrpSpPr>
          <p:grpSpPr>
            <a:xfrm>
              <a:off x="1421226" y="1820023"/>
              <a:ext cx="975939" cy="369333"/>
              <a:chOff x="2937384" y="4148512"/>
              <a:chExt cx="1272008" cy="59908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419FA-AA07-9BCD-8243-6E812D1BA3FC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64E3-3D31-8B0F-3F9D-568FF9ACF93C}"/>
                  </a:ext>
                </a:extLst>
              </p:cNvPr>
              <p:cNvSpPr txBox="1"/>
              <p:nvPr/>
            </p:nvSpPr>
            <p:spPr>
              <a:xfrm>
                <a:off x="2971640" y="4265780"/>
                <a:ext cx="9387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encryptOut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1CAB909-F59B-36BD-98EC-7C1B5C88EA9E}"/>
                </a:ext>
              </a:extLst>
            </p:cNvPr>
            <p:cNvCxnSpPr>
              <a:cxnSpLocks/>
              <a:stCxn id="72" idx="1"/>
            </p:cNvCxnSpPr>
            <p:nvPr/>
          </p:nvCxnSpPr>
          <p:spPr>
            <a:xfrm flipH="1" flipV="1">
              <a:off x="1078978" y="2257615"/>
              <a:ext cx="342248" cy="32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F4915CC1-F746-26E7-2E4E-806A9541AB25}"/>
                </a:ext>
              </a:extLst>
            </p:cNvPr>
            <p:cNvSpPr/>
            <p:nvPr/>
          </p:nvSpPr>
          <p:spPr>
            <a:xfrm>
              <a:off x="423146" y="1477710"/>
              <a:ext cx="2250342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D967E0-E0E3-D02E-4FEA-4883278B371E}"/>
                </a:ext>
              </a:extLst>
            </p:cNvPr>
            <p:cNvSpPr txBox="1"/>
            <p:nvPr/>
          </p:nvSpPr>
          <p:spPr>
            <a:xfrm>
              <a:off x="1204017" y="1202376"/>
              <a:ext cx="6929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PcktSrc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914A0C7-B468-4ECF-C59F-61BCDD2C6054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1078978" y="2004690"/>
              <a:ext cx="342248" cy="110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052F9-5D2F-AF6B-9CD3-70CACB1A1534}"/>
                </a:ext>
              </a:extLst>
            </p:cNvPr>
            <p:cNvSpPr/>
            <p:nvPr/>
          </p:nvSpPr>
          <p:spPr>
            <a:xfrm>
              <a:off x="560665" y="1900869"/>
              <a:ext cx="640634" cy="60333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D16D97-C7F4-436A-6378-715F47059B92}"/>
                </a:ext>
              </a:extLst>
            </p:cNvPr>
            <p:cNvSpPr/>
            <p:nvPr/>
          </p:nvSpPr>
          <p:spPr>
            <a:xfrm>
              <a:off x="1360830" y="1769152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E47AF59-C5FC-4424-7F6B-CFDFE228A5F0}"/>
                </a:ext>
              </a:extLst>
            </p:cNvPr>
            <p:cNvGrpSpPr/>
            <p:nvPr/>
          </p:nvGrpSpPr>
          <p:grpSpPr>
            <a:xfrm>
              <a:off x="7549777" y="1860613"/>
              <a:ext cx="871502" cy="486453"/>
              <a:chOff x="1828269" y="4156695"/>
              <a:chExt cx="871502" cy="48645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B51344F-2024-E3C3-F099-DEAA0889C218}"/>
                  </a:ext>
                </a:extLst>
              </p:cNvPr>
              <p:cNvGrpSpPr/>
              <p:nvPr/>
            </p:nvGrpSpPr>
            <p:grpSpPr>
              <a:xfrm>
                <a:off x="1901329" y="4241849"/>
                <a:ext cx="718082" cy="290637"/>
                <a:chOff x="4177862" y="4331654"/>
                <a:chExt cx="718082" cy="29063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AA7B51E-B19B-450A-1AC7-35C6606EEDDE}"/>
                    </a:ext>
                  </a:extLst>
                </p:cNvPr>
                <p:cNvSpPr/>
                <p:nvPr/>
              </p:nvSpPr>
              <p:spPr>
                <a:xfrm>
                  <a:off x="4183865" y="4331654"/>
                  <a:ext cx="712079" cy="290637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2EA447-1669-41E6-1C63-C278FB250009}"/>
                    </a:ext>
                  </a:extLst>
                </p:cNvPr>
                <p:cNvSpPr txBox="1"/>
                <p:nvPr/>
              </p:nvSpPr>
              <p:spPr>
                <a:xfrm>
                  <a:off x="4177862" y="4345292"/>
                  <a:ext cx="7180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Process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DDC1A14-2603-66A7-4A82-05192155AB0E}"/>
                  </a:ext>
                </a:extLst>
              </p:cNvPr>
              <p:cNvSpPr/>
              <p:nvPr/>
            </p:nvSpPr>
            <p:spPr>
              <a:xfrm>
                <a:off x="1828269" y="4156695"/>
                <a:ext cx="871502" cy="486453"/>
              </a:xfrm>
              <a:prstGeom prst="rect">
                <a:avLst/>
              </a:prstGeom>
              <a:noFill/>
              <a:ln w="44450"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9E5FC89E-E289-C33E-E9C4-00C285825862}"/>
                </a:ext>
              </a:extLst>
            </p:cNvPr>
            <p:cNvSpPr/>
            <p:nvPr/>
          </p:nvSpPr>
          <p:spPr>
            <a:xfrm>
              <a:off x="2836486" y="2018734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AE8209-4EB2-BB31-BDEE-B9F8CB54F9D1}"/>
                </a:ext>
              </a:extLst>
            </p:cNvPr>
            <p:cNvSpPr txBox="1"/>
            <p:nvPr/>
          </p:nvSpPr>
          <p:spPr>
            <a:xfrm>
              <a:off x="2699771" y="1556204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Switch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22D5F0F-737A-483F-2D7B-132FEEC06009}"/>
                </a:ext>
              </a:extLst>
            </p:cNvPr>
            <p:cNvGrpSpPr/>
            <p:nvPr/>
          </p:nvGrpSpPr>
          <p:grpSpPr>
            <a:xfrm>
              <a:off x="1421226" y="2402569"/>
              <a:ext cx="975939" cy="369333"/>
              <a:chOff x="2937384" y="4148512"/>
              <a:chExt cx="1272008" cy="599089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403AB35-3E59-3918-1414-BC1F01C7E48E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7DC5F1-F437-C054-E121-19117D2E2874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8342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decryptRtn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314EF9-092D-DD41-13B8-231D671620C7}"/>
                </a:ext>
              </a:extLst>
            </p:cNvPr>
            <p:cNvSpPr/>
            <p:nvPr/>
          </p:nvSpPr>
          <p:spPr>
            <a:xfrm>
              <a:off x="1357922" y="234706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DF587CD-F21C-64A6-60C1-F57AA5647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3056" y="2214849"/>
              <a:ext cx="22343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925DCE27-0AE2-F362-C430-88EC3BBDBF1E}"/>
                </a:ext>
              </a:extLst>
            </p:cNvPr>
            <p:cNvSpPr/>
            <p:nvPr/>
          </p:nvSpPr>
          <p:spPr>
            <a:xfrm>
              <a:off x="3428801" y="2014794"/>
              <a:ext cx="322447" cy="3684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ED7F62-1A3E-416C-7B92-3709BF55F9C3}"/>
                </a:ext>
              </a:extLst>
            </p:cNvPr>
            <p:cNvSpPr txBox="1"/>
            <p:nvPr/>
          </p:nvSpPr>
          <p:spPr>
            <a:xfrm>
              <a:off x="3273463" y="1556203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Router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A6549E7-A69F-667C-1BAB-086292135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8933" y="221945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0A2E79B-D6DD-5B05-EA07-562FB32C624B}"/>
                </a:ext>
              </a:extLst>
            </p:cNvPr>
            <p:cNvSpPr/>
            <p:nvPr/>
          </p:nvSpPr>
          <p:spPr>
            <a:xfrm>
              <a:off x="4022890" y="2005122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A37C4C0-5077-05EA-A879-CC72946B9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248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694750D-5853-A54A-0732-0CA171739AD7}"/>
                </a:ext>
              </a:extLst>
            </p:cNvPr>
            <p:cNvSpPr txBox="1"/>
            <p:nvPr/>
          </p:nvSpPr>
          <p:spPr>
            <a:xfrm>
              <a:off x="3867552" y="1535562"/>
              <a:ext cx="681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PubNet</a:t>
              </a:r>
            </a:p>
            <a:p>
              <a:r>
                <a:rPr lang="en-US" sz="1200"/>
                <a:t>Switch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E8ACEC-6596-9982-9FFB-691AD0EC9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5337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AC6D484B-0395-CC62-006D-3D89CAA8D6C1}"/>
                </a:ext>
              </a:extLst>
            </p:cNvPr>
            <p:cNvSpPr/>
            <p:nvPr/>
          </p:nvSpPr>
          <p:spPr>
            <a:xfrm rot="16200000">
              <a:off x="4518829" y="1880399"/>
              <a:ext cx="849086" cy="656333"/>
            </a:xfrm>
            <a:prstGeom prst="triangle">
              <a:avLst/>
            </a:prstGeom>
            <a:solidFill>
              <a:srgbClr val="F2AA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6305A90-96E4-A06C-6797-0F314BDA1C83}"/>
                </a:ext>
              </a:extLst>
            </p:cNvPr>
            <p:cNvSpPr txBox="1"/>
            <p:nvPr/>
          </p:nvSpPr>
          <p:spPr>
            <a:xfrm>
              <a:off x="4690934" y="1451401"/>
              <a:ext cx="904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SwitchTree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987EE8A-2747-EE64-E4BA-9940CD512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347066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E8ED3E5-3A87-C12F-C6B7-B1E34822F2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51083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5537EF2-243F-7B22-9770-E1E6470CF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115569"/>
              <a:ext cx="723223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DBEF421-A643-F0A8-2A38-3AF01FF3C7B9}"/>
                </a:ext>
              </a:extLst>
            </p:cNvPr>
            <p:cNvGrpSpPr/>
            <p:nvPr/>
          </p:nvGrpSpPr>
          <p:grpSpPr>
            <a:xfrm>
              <a:off x="6250496" y="1610810"/>
              <a:ext cx="975939" cy="369333"/>
              <a:chOff x="2937384" y="4148512"/>
              <a:chExt cx="1272008" cy="599089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DBEEE5F-1A61-3D34-3A20-1D342504989F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180E3E-05BA-B49B-5619-55B04A187519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225669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decryptOut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6506C87-9211-44FD-1A3B-D9D7C1113543}"/>
                </a:ext>
              </a:extLst>
            </p:cNvPr>
            <p:cNvSpPr/>
            <p:nvPr/>
          </p:nvSpPr>
          <p:spPr>
            <a:xfrm>
              <a:off x="6186870" y="155878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28FE9A-8A6C-499D-0075-B5F95A4CF6AD}"/>
                </a:ext>
              </a:extLst>
            </p:cNvPr>
            <p:cNvGrpSpPr/>
            <p:nvPr/>
          </p:nvGrpSpPr>
          <p:grpSpPr>
            <a:xfrm>
              <a:off x="6250496" y="2263518"/>
              <a:ext cx="975939" cy="369333"/>
              <a:chOff x="2937384" y="4148512"/>
              <a:chExt cx="1272008" cy="599089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84B3EA8-B7C1-C7EC-D127-7EE90431482D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AD29F3F-EEF2-8FA7-49F6-95BDEA20B680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6251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encryptRtn</a:t>
                </a:r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2C1D8E9-F22F-E338-220A-7DECBC559702}"/>
                </a:ext>
              </a:extLst>
            </p:cNvPr>
            <p:cNvSpPr/>
            <p:nvPr/>
          </p:nvSpPr>
          <p:spPr>
            <a:xfrm>
              <a:off x="6186870" y="2206268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9F8C6EF-11FE-0874-E27B-7FC73245E29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164253" y="1730088"/>
              <a:ext cx="458584" cy="367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E20D514-CA04-13BC-9725-F3E3EE7D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348" y="2160683"/>
              <a:ext cx="397352" cy="313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646A6700-A1BD-098E-2FBF-BD12784F4254}"/>
                </a:ext>
              </a:extLst>
            </p:cNvPr>
            <p:cNvSpPr/>
            <p:nvPr/>
          </p:nvSpPr>
          <p:spPr>
            <a:xfrm>
              <a:off x="5958789" y="1366986"/>
              <a:ext cx="2657310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6389A3A-8BF2-EC5B-2655-59961386FC98}"/>
                </a:ext>
              </a:extLst>
            </p:cNvPr>
            <p:cNvSpPr txBox="1"/>
            <p:nvPr/>
          </p:nvSpPr>
          <p:spPr>
            <a:xfrm>
              <a:off x="7070245" y="1063577"/>
              <a:ext cx="4796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EUD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2A6B6-AA57-69E3-CBA2-4A71E0866A0C}"/>
              </a:ext>
            </a:extLst>
          </p:cNvPr>
          <p:cNvSpPr/>
          <p:nvPr/>
        </p:nvSpPr>
        <p:spPr>
          <a:xfrm>
            <a:off x="1153857" y="1743696"/>
            <a:ext cx="3844426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40094-59FE-9DDC-CBA9-B338A33EA4FA}"/>
              </a:ext>
            </a:extLst>
          </p:cNvPr>
          <p:cNvSpPr/>
          <p:nvPr/>
        </p:nvSpPr>
        <p:spPr>
          <a:xfrm>
            <a:off x="5058679" y="1743696"/>
            <a:ext cx="489375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4F82F-6FAF-7617-6437-196287BFC6A4}"/>
              </a:ext>
            </a:extLst>
          </p:cNvPr>
          <p:cNvSpPr txBox="1"/>
          <p:nvPr/>
        </p:nvSpPr>
        <p:spPr>
          <a:xfrm>
            <a:off x="3834073" y="1797815"/>
            <a:ext cx="85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D89E8-675F-3076-AB7D-14AFC16AC643}"/>
              </a:ext>
            </a:extLst>
          </p:cNvPr>
          <p:cNvSpPr txBox="1"/>
          <p:nvPr/>
        </p:nvSpPr>
        <p:spPr>
          <a:xfrm>
            <a:off x="5967381" y="1816515"/>
            <a:ext cx="9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BF469D-CF34-E817-CC32-12A35F94A588}"/>
              </a:ext>
            </a:extLst>
          </p:cNvPr>
          <p:cNvSpPr/>
          <p:nvPr/>
        </p:nvSpPr>
        <p:spPr>
          <a:xfrm>
            <a:off x="3621697" y="573594"/>
            <a:ext cx="663852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B73A48-7BF5-CD99-1DEF-99E333637466}"/>
              </a:ext>
            </a:extLst>
          </p:cNvPr>
          <p:cNvSpPr/>
          <p:nvPr/>
        </p:nvSpPr>
        <p:spPr>
          <a:xfrm>
            <a:off x="5903206" y="573594"/>
            <a:ext cx="1216168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45A6B3-4F2F-36E5-1A44-6988F89618CB}"/>
              </a:ext>
            </a:extLst>
          </p:cNvPr>
          <p:cNvSpPr txBox="1"/>
          <p:nvPr/>
        </p:nvSpPr>
        <p:spPr>
          <a:xfrm>
            <a:off x="3707369" y="671089"/>
            <a:ext cx="49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src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244CB6-CD77-24EC-4D1B-8495E496C803}"/>
              </a:ext>
            </a:extLst>
          </p:cNvPr>
          <p:cNvSpPr txBox="1"/>
          <p:nvPr/>
        </p:nvSpPr>
        <p:spPr>
          <a:xfrm>
            <a:off x="5967381" y="683830"/>
            <a:ext cx="98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B434B8-40E5-9C94-02E5-0E6827764F5C}"/>
              </a:ext>
            </a:extLst>
          </p:cNvPr>
          <p:cNvCxnSpPr/>
          <p:nvPr/>
        </p:nvCxnSpPr>
        <p:spPr>
          <a:xfrm>
            <a:off x="4285549" y="683830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3B4728-AD56-74AF-82DF-900AF28617C3}"/>
              </a:ext>
            </a:extLst>
          </p:cNvPr>
          <p:cNvCxnSpPr>
            <a:cxnSpLocks/>
          </p:cNvCxnSpPr>
          <p:nvPr/>
        </p:nvCxnSpPr>
        <p:spPr>
          <a:xfrm flipH="1">
            <a:off x="4292276" y="1040421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F7DB4A1-A123-8D90-257E-35C40EFD6C5F}"/>
              </a:ext>
            </a:extLst>
          </p:cNvPr>
          <p:cNvSpPr txBox="1"/>
          <p:nvPr/>
        </p:nvSpPr>
        <p:spPr>
          <a:xfrm>
            <a:off x="4454452" y="172791"/>
            <a:ext cx="13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61E10-2C38-D32D-9750-9FCDD15861FF}"/>
              </a:ext>
            </a:extLst>
          </p:cNvPr>
          <p:cNvSpPr txBox="1"/>
          <p:nvPr/>
        </p:nvSpPr>
        <p:spPr>
          <a:xfrm>
            <a:off x="3957034" y="4442481"/>
            <a:ext cx="2818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9565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B13CDB-191A-7298-28CE-2E8131954B95}"/>
              </a:ext>
            </a:extLst>
          </p:cNvPr>
          <p:cNvGrpSpPr/>
          <p:nvPr/>
        </p:nvGrpSpPr>
        <p:grpSpPr>
          <a:xfrm>
            <a:off x="1583731" y="1903816"/>
            <a:ext cx="8192953" cy="1897627"/>
            <a:chOff x="423146" y="1063577"/>
            <a:chExt cx="8192953" cy="18976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B1270B-E8E5-8B4B-493A-69FFB16B7739}"/>
                </a:ext>
              </a:extLst>
            </p:cNvPr>
            <p:cNvGrpSpPr/>
            <p:nvPr/>
          </p:nvGrpSpPr>
          <p:grpSpPr>
            <a:xfrm>
              <a:off x="693011" y="2017869"/>
              <a:ext cx="398030" cy="369332"/>
              <a:chOff x="1410204" y="1397494"/>
              <a:chExt cx="398030" cy="3693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A8914C9-7ED5-0795-92AB-55171DEAC2A5}"/>
                  </a:ext>
                </a:extLst>
              </p:cNvPr>
              <p:cNvSpPr/>
              <p:nvPr/>
            </p:nvSpPr>
            <p:spPr>
              <a:xfrm>
                <a:off x="1410204" y="1397494"/>
                <a:ext cx="398030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EEE713-906F-007D-12B3-439C44ED5E08}"/>
                  </a:ext>
                </a:extLst>
              </p:cNvPr>
              <p:cNvSpPr txBox="1"/>
              <p:nvPr/>
            </p:nvSpPr>
            <p:spPr>
              <a:xfrm>
                <a:off x="1418897" y="1449692"/>
                <a:ext cx="3893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src</a:t>
                </a:r>
                <a:endParaRPr lang="en-US" sz="12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56496-EABF-0C59-E344-AF7FFE1E874C}"/>
                </a:ext>
              </a:extLst>
            </p:cNvPr>
            <p:cNvGrpSpPr/>
            <p:nvPr/>
          </p:nvGrpSpPr>
          <p:grpSpPr>
            <a:xfrm>
              <a:off x="1421226" y="1820023"/>
              <a:ext cx="975939" cy="369333"/>
              <a:chOff x="2937384" y="4148512"/>
              <a:chExt cx="1272008" cy="59908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419FA-AA07-9BCD-8243-6E812D1BA3FC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64E3-3D31-8B0F-3F9D-568FF9ACF93C}"/>
                  </a:ext>
                </a:extLst>
              </p:cNvPr>
              <p:cNvSpPr txBox="1"/>
              <p:nvPr/>
            </p:nvSpPr>
            <p:spPr>
              <a:xfrm>
                <a:off x="2971640" y="4265780"/>
                <a:ext cx="9387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encryptOut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1CAB909-F59B-36BD-98EC-7C1B5C88EA9E}"/>
                </a:ext>
              </a:extLst>
            </p:cNvPr>
            <p:cNvCxnSpPr>
              <a:cxnSpLocks/>
              <a:stCxn id="72" idx="1"/>
            </p:cNvCxnSpPr>
            <p:nvPr/>
          </p:nvCxnSpPr>
          <p:spPr>
            <a:xfrm flipH="1" flipV="1">
              <a:off x="1078978" y="2257615"/>
              <a:ext cx="342248" cy="32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F4915CC1-F746-26E7-2E4E-806A9541AB25}"/>
                </a:ext>
              </a:extLst>
            </p:cNvPr>
            <p:cNvSpPr/>
            <p:nvPr/>
          </p:nvSpPr>
          <p:spPr>
            <a:xfrm>
              <a:off x="423146" y="1477710"/>
              <a:ext cx="2250342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D967E0-E0E3-D02E-4FEA-4883278B371E}"/>
                </a:ext>
              </a:extLst>
            </p:cNvPr>
            <p:cNvSpPr txBox="1"/>
            <p:nvPr/>
          </p:nvSpPr>
          <p:spPr>
            <a:xfrm>
              <a:off x="1204017" y="1202376"/>
              <a:ext cx="6929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PcktSrc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914A0C7-B468-4ECF-C59F-61BCDD2C6054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1078978" y="2004690"/>
              <a:ext cx="342248" cy="110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052F9-5D2F-AF6B-9CD3-70CACB1A1534}"/>
                </a:ext>
              </a:extLst>
            </p:cNvPr>
            <p:cNvSpPr/>
            <p:nvPr/>
          </p:nvSpPr>
          <p:spPr>
            <a:xfrm>
              <a:off x="560665" y="1900869"/>
              <a:ext cx="640634" cy="60333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D16D97-C7F4-436A-6378-715F47059B92}"/>
                </a:ext>
              </a:extLst>
            </p:cNvPr>
            <p:cNvSpPr/>
            <p:nvPr/>
          </p:nvSpPr>
          <p:spPr>
            <a:xfrm>
              <a:off x="1360830" y="1769152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E47AF59-C5FC-4424-7F6B-CFDFE228A5F0}"/>
                </a:ext>
              </a:extLst>
            </p:cNvPr>
            <p:cNvGrpSpPr/>
            <p:nvPr/>
          </p:nvGrpSpPr>
          <p:grpSpPr>
            <a:xfrm>
              <a:off x="7549777" y="1860613"/>
              <a:ext cx="871502" cy="486453"/>
              <a:chOff x="1828269" y="4156695"/>
              <a:chExt cx="871502" cy="48645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B51344F-2024-E3C3-F099-DEAA0889C218}"/>
                  </a:ext>
                </a:extLst>
              </p:cNvPr>
              <p:cNvGrpSpPr/>
              <p:nvPr/>
            </p:nvGrpSpPr>
            <p:grpSpPr>
              <a:xfrm>
                <a:off x="1901329" y="4241849"/>
                <a:ext cx="718082" cy="290637"/>
                <a:chOff x="4177862" y="4331654"/>
                <a:chExt cx="718082" cy="29063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AA7B51E-B19B-450A-1AC7-35C6606EEDDE}"/>
                    </a:ext>
                  </a:extLst>
                </p:cNvPr>
                <p:cNvSpPr/>
                <p:nvPr/>
              </p:nvSpPr>
              <p:spPr>
                <a:xfrm>
                  <a:off x="4183865" y="4331654"/>
                  <a:ext cx="712079" cy="290637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2EA447-1669-41E6-1C63-C278FB250009}"/>
                    </a:ext>
                  </a:extLst>
                </p:cNvPr>
                <p:cNvSpPr txBox="1"/>
                <p:nvPr/>
              </p:nvSpPr>
              <p:spPr>
                <a:xfrm>
                  <a:off x="4177862" y="4345292"/>
                  <a:ext cx="7180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Process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DDC1A14-2603-66A7-4A82-05192155AB0E}"/>
                  </a:ext>
                </a:extLst>
              </p:cNvPr>
              <p:cNvSpPr/>
              <p:nvPr/>
            </p:nvSpPr>
            <p:spPr>
              <a:xfrm>
                <a:off x="1828269" y="4156695"/>
                <a:ext cx="871502" cy="486453"/>
              </a:xfrm>
              <a:prstGeom prst="rect">
                <a:avLst/>
              </a:prstGeom>
              <a:noFill/>
              <a:ln w="44450"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9E5FC89E-E289-C33E-E9C4-00C285825862}"/>
                </a:ext>
              </a:extLst>
            </p:cNvPr>
            <p:cNvSpPr/>
            <p:nvPr/>
          </p:nvSpPr>
          <p:spPr>
            <a:xfrm>
              <a:off x="2836486" y="2018734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AE8209-4EB2-BB31-BDEE-B9F8CB54F9D1}"/>
                </a:ext>
              </a:extLst>
            </p:cNvPr>
            <p:cNvSpPr txBox="1"/>
            <p:nvPr/>
          </p:nvSpPr>
          <p:spPr>
            <a:xfrm>
              <a:off x="2699771" y="1556204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Switch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22D5F0F-737A-483F-2D7B-132FEEC06009}"/>
                </a:ext>
              </a:extLst>
            </p:cNvPr>
            <p:cNvGrpSpPr/>
            <p:nvPr/>
          </p:nvGrpSpPr>
          <p:grpSpPr>
            <a:xfrm>
              <a:off x="1421226" y="2402569"/>
              <a:ext cx="975939" cy="369333"/>
              <a:chOff x="2937384" y="4148512"/>
              <a:chExt cx="1272008" cy="599089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403AB35-3E59-3918-1414-BC1F01C7E48E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7DC5F1-F437-C054-E121-19117D2E2874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8342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decryptRtn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314EF9-092D-DD41-13B8-231D671620C7}"/>
                </a:ext>
              </a:extLst>
            </p:cNvPr>
            <p:cNvSpPr/>
            <p:nvPr/>
          </p:nvSpPr>
          <p:spPr>
            <a:xfrm>
              <a:off x="1357922" y="234706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DF587CD-F21C-64A6-60C1-F57AA5647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3056" y="2214849"/>
              <a:ext cx="22343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925DCE27-0AE2-F362-C430-88EC3BBDBF1E}"/>
                </a:ext>
              </a:extLst>
            </p:cNvPr>
            <p:cNvSpPr/>
            <p:nvPr/>
          </p:nvSpPr>
          <p:spPr>
            <a:xfrm>
              <a:off x="3428801" y="2014794"/>
              <a:ext cx="322447" cy="3684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ED7F62-1A3E-416C-7B92-3709BF55F9C3}"/>
                </a:ext>
              </a:extLst>
            </p:cNvPr>
            <p:cNvSpPr txBox="1"/>
            <p:nvPr/>
          </p:nvSpPr>
          <p:spPr>
            <a:xfrm>
              <a:off x="3273463" y="1556203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Router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A6549E7-A69F-667C-1BAB-086292135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8933" y="221945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0A2E79B-D6DD-5B05-EA07-562FB32C624B}"/>
                </a:ext>
              </a:extLst>
            </p:cNvPr>
            <p:cNvSpPr/>
            <p:nvPr/>
          </p:nvSpPr>
          <p:spPr>
            <a:xfrm>
              <a:off x="4022890" y="2005122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A37C4C0-5077-05EA-A879-CC72946B9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248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694750D-5853-A54A-0732-0CA171739AD7}"/>
                </a:ext>
              </a:extLst>
            </p:cNvPr>
            <p:cNvSpPr txBox="1"/>
            <p:nvPr/>
          </p:nvSpPr>
          <p:spPr>
            <a:xfrm>
              <a:off x="3867552" y="1535562"/>
              <a:ext cx="681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PubNet</a:t>
              </a:r>
            </a:p>
            <a:p>
              <a:r>
                <a:rPr lang="en-US" sz="1200"/>
                <a:t>Switch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E8ACEC-6596-9982-9FFB-691AD0EC9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5337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AC6D484B-0395-CC62-006D-3D89CAA8D6C1}"/>
                </a:ext>
              </a:extLst>
            </p:cNvPr>
            <p:cNvSpPr/>
            <p:nvPr/>
          </p:nvSpPr>
          <p:spPr>
            <a:xfrm rot="16200000">
              <a:off x="4518829" y="1880399"/>
              <a:ext cx="849086" cy="656333"/>
            </a:xfrm>
            <a:prstGeom prst="triangle">
              <a:avLst/>
            </a:prstGeom>
            <a:solidFill>
              <a:srgbClr val="F2AA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6305A90-96E4-A06C-6797-0F314BDA1C83}"/>
                </a:ext>
              </a:extLst>
            </p:cNvPr>
            <p:cNvSpPr txBox="1"/>
            <p:nvPr/>
          </p:nvSpPr>
          <p:spPr>
            <a:xfrm>
              <a:off x="4690934" y="1451401"/>
              <a:ext cx="904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SwitchTree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987EE8A-2747-EE64-E4BA-9940CD512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347066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E8ED3E5-3A87-C12F-C6B7-B1E34822F2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51083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5537EF2-243F-7B22-9770-E1E6470CF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115569"/>
              <a:ext cx="723223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DBEF421-A643-F0A8-2A38-3AF01FF3C7B9}"/>
                </a:ext>
              </a:extLst>
            </p:cNvPr>
            <p:cNvGrpSpPr/>
            <p:nvPr/>
          </p:nvGrpSpPr>
          <p:grpSpPr>
            <a:xfrm>
              <a:off x="6250496" y="1610810"/>
              <a:ext cx="975939" cy="369333"/>
              <a:chOff x="2937384" y="4148512"/>
              <a:chExt cx="1272008" cy="599089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DBEEE5F-1A61-3D34-3A20-1D342504989F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180E3E-05BA-B49B-5619-55B04A187519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225669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decryptOut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6506C87-9211-44FD-1A3B-D9D7C1113543}"/>
                </a:ext>
              </a:extLst>
            </p:cNvPr>
            <p:cNvSpPr/>
            <p:nvPr/>
          </p:nvSpPr>
          <p:spPr>
            <a:xfrm>
              <a:off x="6186870" y="155878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28FE9A-8A6C-499D-0075-B5F95A4CF6AD}"/>
                </a:ext>
              </a:extLst>
            </p:cNvPr>
            <p:cNvGrpSpPr/>
            <p:nvPr/>
          </p:nvGrpSpPr>
          <p:grpSpPr>
            <a:xfrm>
              <a:off x="6250496" y="2263518"/>
              <a:ext cx="975939" cy="369333"/>
              <a:chOff x="2937384" y="4148512"/>
              <a:chExt cx="1272008" cy="599089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84B3EA8-B7C1-C7EC-D127-7EE90431482D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AD29F3F-EEF2-8FA7-49F6-95BDEA20B680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6251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encryptRtn</a:t>
                </a:r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2C1D8E9-F22F-E338-220A-7DECBC559702}"/>
                </a:ext>
              </a:extLst>
            </p:cNvPr>
            <p:cNvSpPr/>
            <p:nvPr/>
          </p:nvSpPr>
          <p:spPr>
            <a:xfrm>
              <a:off x="6186870" y="2206268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9F8C6EF-11FE-0874-E27B-7FC73245E29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164253" y="1730088"/>
              <a:ext cx="458584" cy="367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E20D514-CA04-13BC-9725-F3E3EE7D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348" y="2160683"/>
              <a:ext cx="397352" cy="313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646A6700-A1BD-098E-2FBF-BD12784F4254}"/>
                </a:ext>
              </a:extLst>
            </p:cNvPr>
            <p:cNvSpPr/>
            <p:nvPr/>
          </p:nvSpPr>
          <p:spPr>
            <a:xfrm>
              <a:off x="5958789" y="1366986"/>
              <a:ext cx="2657310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6389A3A-8BF2-EC5B-2655-59961386FC98}"/>
                </a:ext>
              </a:extLst>
            </p:cNvPr>
            <p:cNvSpPr txBox="1"/>
            <p:nvPr/>
          </p:nvSpPr>
          <p:spPr>
            <a:xfrm>
              <a:off x="7070245" y="1063577"/>
              <a:ext cx="4796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EUD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2A6B6-AA57-69E3-CBA2-4A71E0866A0C}"/>
              </a:ext>
            </a:extLst>
          </p:cNvPr>
          <p:cNvSpPr/>
          <p:nvPr/>
        </p:nvSpPr>
        <p:spPr>
          <a:xfrm>
            <a:off x="1153857" y="1743696"/>
            <a:ext cx="3844426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40094-59FE-9DDC-CBA9-B338A33EA4FA}"/>
              </a:ext>
            </a:extLst>
          </p:cNvPr>
          <p:cNvSpPr/>
          <p:nvPr/>
        </p:nvSpPr>
        <p:spPr>
          <a:xfrm>
            <a:off x="5058679" y="1743696"/>
            <a:ext cx="489375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4F82F-6FAF-7617-6437-196287BFC6A4}"/>
              </a:ext>
            </a:extLst>
          </p:cNvPr>
          <p:cNvSpPr txBox="1"/>
          <p:nvPr/>
        </p:nvSpPr>
        <p:spPr>
          <a:xfrm>
            <a:off x="3834073" y="1797815"/>
            <a:ext cx="85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D89E8-675F-3076-AB7D-14AFC16AC643}"/>
              </a:ext>
            </a:extLst>
          </p:cNvPr>
          <p:cNvSpPr txBox="1"/>
          <p:nvPr/>
        </p:nvSpPr>
        <p:spPr>
          <a:xfrm>
            <a:off x="5967381" y="1816515"/>
            <a:ext cx="9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61E10-2C38-D32D-9750-9FCDD15861FF}"/>
              </a:ext>
            </a:extLst>
          </p:cNvPr>
          <p:cNvSpPr txBox="1"/>
          <p:nvPr/>
        </p:nvSpPr>
        <p:spPr>
          <a:xfrm>
            <a:off x="3957034" y="4442481"/>
            <a:ext cx="2818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7759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721516" y="2672578"/>
            <a:ext cx="398030" cy="369332"/>
            <a:chOff x="1410204" y="1397494"/>
            <a:chExt cx="39803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0204" y="1397494"/>
              <a:ext cx="39803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389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src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34220" y="2425820"/>
            <a:ext cx="975939" cy="369333"/>
            <a:chOff x="2937384" y="4148512"/>
            <a:chExt cx="1272008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2971640" y="4265780"/>
              <a:ext cx="938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encryptOut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915CC1-F746-26E7-2E4E-806A9541AB25}"/>
              </a:ext>
            </a:extLst>
          </p:cNvPr>
          <p:cNvSpPr/>
          <p:nvPr/>
        </p:nvSpPr>
        <p:spPr>
          <a:xfrm>
            <a:off x="1451651" y="2392459"/>
            <a:ext cx="998080" cy="9042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4103675" y="1965007"/>
            <a:ext cx="695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SSLSrvr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052F9-5D2F-AF6B-9CD3-70CACB1A1534}"/>
              </a:ext>
            </a:extLst>
          </p:cNvPr>
          <p:cNvSpPr/>
          <p:nvPr/>
        </p:nvSpPr>
        <p:spPr>
          <a:xfrm>
            <a:off x="1589170" y="2555578"/>
            <a:ext cx="640634" cy="60333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16D97-C7F4-436A-6378-715F47059B92}"/>
              </a:ext>
            </a:extLst>
          </p:cNvPr>
          <p:cNvSpPr/>
          <p:nvPr/>
        </p:nvSpPr>
        <p:spPr>
          <a:xfrm>
            <a:off x="3873824" y="2374949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47AF59-C5FC-4424-7F6B-CFDFE228A5F0}"/>
              </a:ext>
            </a:extLst>
          </p:cNvPr>
          <p:cNvGrpSpPr/>
          <p:nvPr/>
        </p:nvGrpSpPr>
        <p:grpSpPr>
          <a:xfrm>
            <a:off x="9395604" y="2512719"/>
            <a:ext cx="871502" cy="486453"/>
            <a:chOff x="1828269" y="4156695"/>
            <a:chExt cx="871502" cy="4864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51344F-2024-E3C3-F099-DEAA0889C218}"/>
                </a:ext>
              </a:extLst>
            </p:cNvPr>
            <p:cNvGrpSpPr/>
            <p:nvPr/>
          </p:nvGrpSpPr>
          <p:grpSpPr>
            <a:xfrm>
              <a:off x="1901329" y="4241849"/>
              <a:ext cx="718082" cy="290637"/>
              <a:chOff x="4177862" y="4331654"/>
              <a:chExt cx="718082" cy="29063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A7B51E-B19B-450A-1AC7-35C6606EEDDE}"/>
                  </a:ext>
                </a:extLst>
              </p:cNvPr>
              <p:cNvSpPr/>
              <p:nvPr/>
            </p:nvSpPr>
            <p:spPr>
              <a:xfrm>
                <a:off x="4183865" y="4331654"/>
                <a:ext cx="712079" cy="290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EA447-1669-41E6-1C63-C278FB250009}"/>
                  </a:ext>
                </a:extLst>
              </p:cNvPr>
              <p:cNvSpPr txBox="1"/>
              <p:nvPr/>
            </p:nvSpPr>
            <p:spPr>
              <a:xfrm>
                <a:off x="4177862" y="4345292"/>
                <a:ext cx="718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Process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DC1A14-2603-66A7-4A82-05192155AB0E}"/>
                </a:ext>
              </a:extLst>
            </p:cNvPr>
            <p:cNvSpPr/>
            <p:nvPr/>
          </p:nvSpPr>
          <p:spPr>
            <a:xfrm>
              <a:off x="1828269" y="4156695"/>
              <a:ext cx="871502" cy="486453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E5FC89E-E289-C33E-E9C4-00C285825862}"/>
              </a:ext>
            </a:extLst>
          </p:cNvPr>
          <p:cNvSpPr/>
          <p:nvPr/>
        </p:nvSpPr>
        <p:spPr>
          <a:xfrm>
            <a:off x="2565181" y="2673443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AE8209-4EB2-BB31-BDEE-B9F8CB54F9D1}"/>
              </a:ext>
            </a:extLst>
          </p:cNvPr>
          <p:cNvSpPr txBox="1"/>
          <p:nvPr/>
        </p:nvSpPr>
        <p:spPr>
          <a:xfrm>
            <a:off x="2428466" y="2210913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Switch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22D5F0F-737A-483F-2D7B-132FEEC06009}"/>
              </a:ext>
            </a:extLst>
          </p:cNvPr>
          <p:cNvGrpSpPr/>
          <p:nvPr/>
        </p:nvGrpSpPr>
        <p:grpSpPr>
          <a:xfrm>
            <a:off x="3934220" y="3008366"/>
            <a:ext cx="975939" cy="369333"/>
            <a:chOff x="2937384" y="4148512"/>
            <a:chExt cx="1272008" cy="59908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403AB35-3E59-3918-1414-BC1F01C7E48E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97DC5F1-F437-C054-E121-19117D2E2874}"/>
                </a:ext>
              </a:extLst>
            </p:cNvPr>
            <p:cNvSpPr txBox="1"/>
            <p:nvPr/>
          </p:nvSpPr>
          <p:spPr>
            <a:xfrm>
              <a:off x="2971640" y="4265781"/>
              <a:ext cx="1198342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decryptRtn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E314EF9-092D-DD41-13B8-231D671620C7}"/>
              </a:ext>
            </a:extLst>
          </p:cNvPr>
          <p:cNvSpPr/>
          <p:nvPr/>
        </p:nvSpPr>
        <p:spPr>
          <a:xfrm>
            <a:off x="3870916" y="2952863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F587CD-F21C-64A6-60C1-F57AA5647A4D}"/>
              </a:ext>
            </a:extLst>
          </p:cNvPr>
          <p:cNvCxnSpPr>
            <a:cxnSpLocks/>
          </p:cNvCxnSpPr>
          <p:nvPr/>
        </p:nvCxnSpPr>
        <p:spPr>
          <a:xfrm flipH="1">
            <a:off x="5075277" y="2843368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25DCE27-0AE2-F362-C430-88EC3BBDBF1E}"/>
              </a:ext>
            </a:extLst>
          </p:cNvPr>
          <p:cNvSpPr/>
          <p:nvPr/>
        </p:nvSpPr>
        <p:spPr>
          <a:xfrm>
            <a:off x="3157496" y="266950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ED7F62-1A3E-416C-7B92-3709BF55F9C3}"/>
              </a:ext>
            </a:extLst>
          </p:cNvPr>
          <p:cNvSpPr txBox="1"/>
          <p:nvPr/>
        </p:nvSpPr>
        <p:spPr>
          <a:xfrm>
            <a:off x="3002158" y="2210912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6549E7-A69F-667C-1BAB-0862921353AC}"/>
              </a:ext>
            </a:extLst>
          </p:cNvPr>
          <p:cNvCxnSpPr>
            <a:cxnSpLocks/>
          </p:cNvCxnSpPr>
          <p:nvPr/>
        </p:nvCxnSpPr>
        <p:spPr>
          <a:xfrm flipH="1">
            <a:off x="2887628" y="2874166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0A2E79B-D6DD-5B05-EA07-562FB32C624B}"/>
              </a:ext>
            </a:extLst>
          </p:cNvPr>
          <p:cNvSpPr/>
          <p:nvPr/>
        </p:nvSpPr>
        <p:spPr>
          <a:xfrm>
            <a:off x="5868717" y="2657228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37C4C0-5077-05EA-A879-CC72946B991D}"/>
              </a:ext>
            </a:extLst>
          </p:cNvPr>
          <p:cNvCxnSpPr>
            <a:cxnSpLocks/>
          </p:cNvCxnSpPr>
          <p:nvPr/>
        </p:nvCxnSpPr>
        <p:spPr>
          <a:xfrm flipH="1">
            <a:off x="3479943" y="285784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694750D-5853-A54A-0732-0CA171739AD7}"/>
              </a:ext>
            </a:extLst>
          </p:cNvPr>
          <p:cNvSpPr txBox="1"/>
          <p:nvPr/>
        </p:nvSpPr>
        <p:spPr>
          <a:xfrm>
            <a:off x="5773782" y="2203237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Switch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E8ACEC-6596-9982-9FFB-691AD0EC93B9}"/>
              </a:ext>
            </a:extLst>
          </p:cNvPr>
          <p:cNvCxnSpPr>
            <a:cxnSpLocks/>
          </p:cNvCxnSpPr>
          <p:nvPr/>
        </p:nvCxnSpPr>
        <p:spPr>
          <a:xfrm flipH="1">
            <a:off x="6191164" y="2855239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riangle 93">
            <a:extLst>
              <a:ext uri="{FF2B5EF4-FFF2-40B4-BE49-F238E27FC236}">
                <a16:creationId xmlns:a16="http://schemas.microsoft.com/office/drawing/2014/main" id="{AC6D484B-0395-CC62-006D-3D89CAA8D6C1}"/>
              </a:ext>
            </a:extLst>
          </p:cNvPr>
          <p:cNvSpPr/>
          <p:nvPr/>
        </p:nvSpPr>
        <p:spPr>
          <a:xfrm rot="16200000">
            <a:off x="6364656" y="2532505"/>
            <a:ext cx="849086" cy="656333"/>
          </a:xfrm>
          <a:prstGeom prst="triangle">
            <a:avLst/>
          </a:prstGeom>
          <a:solidFill>
            <a:srgbClr val="F2AA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305A90-96E4-A06C-6797-0F314BDA1C83}"/>
              </a:ext>
            </a:extLst>
          </p:cNvPr>
          <p:cNvSpPr txBox="1"/>
          <p:nvPr/>
        </p:nvSpPr>
        <p:spPr>
          <a:xfrm>
            <a:off x="6536761" y="2103507"/>
            <a:ext cx="904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SwitchTree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87EE8A-2747-EE64-E4BA-9940CD512E91}"/>
              </a:ext>
            </a:extLst>
          </p:cNvPr>
          <p:cNvCxnSpPr>
            <a:cxnSpLocks/>
          </p:cNvCxnSpPr>
          <p:nvPr/>
        </p:nvCxnSpPr>
        <p:spPr>
          <a:xfrm flipH="1">
            <a:off x="7117366" y="299917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E8ED3E5-3A87-C12F-C6B7-B1E34822F28A}"/>
              </a:ext>
            </a:extLst>
          </p:cNvPr>
          <p:cNvCxnSpPr>
            <a:cxnSpLocks/>
          </p:cNvCxnSpPr>
          <p:nvPr/>
        </p:nvCxnSpPr>
        <p:spPr>
          <a:xfrm flipH="1">
            <a:off x="7117366" y="3162943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5537EF2-243F-7B22-9770-E1E6470CFDC0}"/>
              </a:ext>
            </a:extLst>
          </p:cNvPr>
          <p:cNvCxnSpPr>
            <a:cxnSpLocks/>
          </p:cNvCxnSpPr>
          <p:nvPr/>
        </p:nvCxnSpPr>
        <p:spPr>
          <a:xfrm flipH="1">
            <a:off x="7117366" y="2767675"/>
            <a:ext cx="72322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DBEF421-A643-F0A8-2A38-3AF01FF3C7B9}"/>
              </a:ext>
            </a:extLst>
          </p:cNvPr>
          <p:cNvGrpSpPr/>
          <p:nvPr/>
        </p:nvGrpSpPr>
        <p:grpSpPr>
          <a:xfrm>
            <a:off x="8096323" y="2262916"/>
            <a:ext cx="975939" cy="369333"/>
            <a:chOff x="2937384" y="4148512"/>
            <a:chExt cx="1272008" cy="599089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BEEE5F-1A61-3D34-3A20-1D342504989F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180E3E-05BA-B49B-5619-55B04A187519}"/>
                </a:ext>
              </a:extLst>
            </p:cNvPr>
            <p:cNvSpPr txBox="1"/>
            <p:nvPr/>
          </p:nvSpPr>
          <p:spPr>
            <a:xfrm>
              <a:off x="2971640" y="4265781"/>
              <a:ext cx="1225669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decryptOut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6506C87-9211-44FD-1A3B-D9D7C1113543}"/>
              </a:ext>
            </a:extLst>
          </p:cNvPr>
          <p:cNvSpPr/>
          <p:nvPr/>
        </p:nvSpPr>
        <p:spPr>
          <a:xfrm>
            <a:off x="8032697" y="2210892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428FE9A-8A6C-499D-0075-B5F95A4CF6AD}"/>
              </a:ext>
            </a:extLst>
          </p:cNvPr>
          <p:cNvGrpSpPr/>
          <p:nvPr/>
        </p:nvGrpSpPr>
        <p:grpSpPr>
          <a:xfrm>
            <a:off x="8096323" y="2915624"/>
            <a:ext cx="975939" cy="369333"/>
            <a:chOff x="2937384" y="4148512"/>
            <a:chExt cx="1272008" cy="59908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84B3EA8-B7C1-C7EC-D127-7EE90431482D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AD29F3F-EEF2-8FA7-49F6-95BDEA20B680}"/>
                </a:ext>
              </a:extLst>
            </p:cNvPr>
            <p:cNvSpPr txBox="1"/>
            <p:nvPr/>
          </p:nvSpPr>
          <p:spPr>
            <a:xfrm>
              <a:off x="2971640" y="4265781"/>
              <a:ext cx="1196251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encryptRtn</a:t>
              </a: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C1D8E9-F22F-E338-220A-7DECBC559702}"/>
              </a:ext>
            </a:extLst>
          </p:cNvPr>
          <p:cNvSpPr/>
          <p:nvPr/>
        </p:nvSpPr>
        <p:spPr>
          <a:xfrm>
            <a:off x="8032697" y="2858374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9F8C6EF-11FE-0874-E27B-7FC73245E29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9010080" y="2382194"/>
            <a:ext cx="458584" cy="367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20D514-CA04-13BC-9725-F3E3EE7DC5B3}"/>
              </a:ext>
            </a:extLst>
          </p:cNvPr>
          <p:cNvCxnSpPr>
            <a:cxnSpLocks/>
          </p:cNvCxnSpPr>
          <p:nvPr/>
        </p:nvCxnSpPr>
        <p:spPr>
          <a:xfrm flipH="1">
            <a:off x="9055175" y="2812789"/>
            <a:ext cx="397352" cy="31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46A6700-A1BD-098E-2FBF-BD12784F4254}"/>
              </a:ext>
            </a:extLst>
          </p:cNvPr>
          <p:cNvSpPr/>
          <p:nvPr/>
        </p:nvSpPr>
        <p:spPr>
          <a:xfrm>
            <a:off x="7804616" y="2019092"/>
            <a:ext cx="2657310" cy="148349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389A3A-8BF2-EC5B-2655-59961386FC98}"/>
              </a:ext>
            </a:extLst>
          </p:cNvPr>
          <p:cNvSpPr txBox="1"/>
          <p:nvPr/>
        </p:nvSpPr>
        <p:spPr>
          <a:xfrm>
            <a:off x="8823183" y="1756708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EUD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9935C0-6DBA-59BD-1B96-AAAE15E4146C}"/>
              </a:ext>
            </a:extLst>
          </p:cNvPr>
          <p:cNvCxnSpPr>
            <a:cxnSpLocks/>
          </p:cNvCxnSpPr>
          <p:nvPr/>
        </p:nvCxnSpPr>
        <p:spPr>
          <a:xfrm flipH="1">
            <a:off x="2332092" y="2857420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ACA65-4D0E-26E3-5A6D-7EFE522EF07F}"/>
              </a:ext>
            </a:extLst>
          </p:cNvPr>
          <p:cNvSpPr/>
          <p:nvPr/>
        </p:nvSpPr>
        <p:spPr>
          <a:xfrm>
            <a:off x="3743333" y="2210912"/>
            <a:ext cx="1420439" cy="14007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C82C7-114D-79A1-C604-7946690AB40E}"/>
              </a:ext>
            </a:extLst>
          </p:cNvPr>
          <p:cNvSpPr txBox="1"/>
          <p:nvPr/>
        </p:nvSpPr>
        <p:spPr>
          <a:xfrm>
            <a:off x="1613128" y="2124416"/>
            <a:ext cx="692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PcktSrc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2FA83-7B94-2DFE-2823-E26A079C3183}"/>
              </a:ext>
            </a:extLst>
          </p:cNvPr>
          <p:cNvSpPr/>
          <p:nvPr/>
        </p:nvSpPr>
        <p:spPr>
          <a:xfrm>
            <a:off x="5311416" y="264918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A084F-E589-16FB-BC3E-25A04961A1A7}"/>
              </a:ext>
            </a:extLst>
          </p:cNvPr>
          <p:cNvSpPr txBox="1"/>
          <p:nvPr/>
        </p:nvSpPr>
        <p:spPr>
          <a:xfrm>
            <a:off x="5186992" y="2210911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AF845D-393A-FFDC-F3C7-E71BBD08A048}"/>
              </a:ext>
            </a:extLst>
          </p:cNvPr>
          <p:cNvCxnSpPr>
            <a:cxnSpLocks/>
          </p:cNvCxnSpPr>
          <p:nvPr/>
        </p:nvCxnSpPr>
        <p:spPr>
          <a:xfrm flipH="1">
            <a:off x="5626819" y="2841461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CF079C-B1B8-B0C9-31E9-B231CE802A30}"/>
              </a:ext>
            </a:extLst>
          </p:cNvPr>
          <p:cNvSpPr/>
          <p:nvPr/>
        </p:nvSpPr>
        <p:spPr>
          <a:xfrm>
            <a:off x="1301939" y="1583041"/>
            <a:ext cx="390749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12FE8-B757-7B47-6051-48299845846C}"/>
              </a:ext>
            </a:extLst>
          </p:cNvPr>
          <p:cNvSpPr txBox="1"/>
          <p:nvPr/>
        </p:nvSpPr>
        <p:spPr>
          <a:xfrm>
            <a:off x="3982155" y="1637160"/>
            <a:ext cx="87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643748-ADAF-9E67-9083-7788DF126914}"/>
              </a:ext>
            </a:extLst>
          </p:cNvPr>
          <p:cNvSpPr/>
          <p:nvPr/>
        </p:nvSpPr>
        <p:spPr>
          <a:xfrm>
            <a:off x="5254201" y="1583041"/>
            <a:ext cx="548614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EA95F-D2B2-17ED-3051-C391245E6230}"/>
              </a:ext>
            </a:extLst>
          </p:cNvPr>
          <p:cNvSpPr txBox="1"/>
          <p:nvPr/>
        </p:nvSpPr>
        <p:spPr>
          <a:xfrm>
            <a:off x="5488465" y="1655860"/>
            <a:ext cx="120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C4D286-F13A-96F1-5ED1-B6FC068245A3}"/>
              </a:ext>
            </a:extLst>
          </p:cNvPr>
          <p:cNvSpPr/>
          <p:nvPr/>
        </p:nvSpPr>
        <p:spPr>
          <a:xfrm>
            <a:off x="3621697" y="560342"/>
            <a:ext cx="663852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8943C8-EA2F-B6D0-2BE6-6661262711BD}"/>
              </a:ext>
            </a:extLst>
          </p:cNvPr>
          <p:cNvSpPr/>
          <p:nvPr/>
        </p:nvSpPr>
        <p:spPr>
          <a:xfrm>
            <a:off x="5903206" y="560342"/>
            <a:ext cx="1216168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679D1-AC42-C27A-2CE4-465E4E6F891F}"/>
              </a:ext>
            </a:extLst>
          </p:cNvPr>
          <p:cNvSpPr txBox="1"/>
          <p:nvPr/>
        </p:nvSpPr>
        <p:spPr>
          <a:xfrm>
            <a:off x="3707369" y="657837"/>
            <a:ext cx="49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src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847160-4E06-0310-3325-416F1AE98DFF}"/>
              </a:ext>
            </a:extLst>
          </p:cNvPr>
          <p:cNvSpPr txBox="1"/>
          <p:nvPr/>
        </p:nvSpPr>
        <p:spPr>
          <a:xfrm>
            <a:off x="5967381" y="670578"/>
            <a:ext cx="98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283EBB-9346-815C-D965-B18D648AD901}"/>
              </a:ext>
            </a:extLst>
          </p:cNvPr>
          <p:cNvCxnSpPr/>
          <p:nvPr/>
        </p:nvCxnSpPr>
        <p:spPr>
          <a:xfrm>
            <a:off x="4285549" y="670578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B7F8D6-93E9-FF66-2EAA-616665038005}"/>
              </a:ext>
            </a:extLst>
          </p:cNvPr>
          <p:cNvCxnSpPr>
            <a:cxnSpLocks/>
          </p:cNvCxnSpPr>
          <p:nvPr/>
        </p:nvCxnSpPr>
        <p:spPr>
          <a:xfrm flipH="1">
            <a:off x="4292276" y="1027169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D37381A-5ECB-448A-79B5-6E89CA36CD41}"/>
              </a:ext>
            </a:extLst>
          </p:cNvPr>
          <p:cNvSpPr txBox="1"/>
          <p:nvPr/>
        </p:nvSpPr>
        <p:spPr>
          <a:xfrm>
            <a:off x="4454452" y="159539"/>
            <a:ext cx="13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E8B8B-C5E5-9F2C-56CF-D2B4B614ECAB}"/>
              </a:ext>
            </a:extLst>
          </p:cNvPr>
          <p:cNvSpPr txBox="1"/>
          <p:nvPr/>
        </p:nvSpPr>
        <p:spPr>
          <a:xfrm>
            <a:off x="3957034" y="4429229"/>
            <a:ext cx="25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7651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721516" y="2672578"/>
            <a:ext cx="398030" cy="369332"/>
            <a:chOff x="1410204" y="1397494"/>
            <a:chExt cx="39803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0204" y="1397494"/>
              <a:ext cx="39803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389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src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34220" y="2425820"/>
            <a:ext cx="975939" cy="369333"/>
            <a:chOff x="2937384" y="4148512"/>
            <a:chExt cx="1272008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2971640" y="4265780"/>
              <a:ext cx="938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encryptOut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915CC1-F746-26E7-2E4E-806A9541AB25}"/>
              </a:ext>
            </a:extLst>
          </p:cNvPr>
          <p:cNvSpPr/>
          <p:nvPr/>
        </p:nvSpPr>
        <p:spPr>
          <a:xfrm>
            <a:off x="1451651" y="2392459"/>
            <a:ext cx="998080" cy="9042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4103675" y="1965007"/>
            <a:ext cx="695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SSLSrvr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052F9-5D2F-AF6B-9CD3-70CACB1A1534}"/>
              </a:ext>
            </a:extLst>
          </p:cNvPr>
          <p:cNvSpPr/>
          <p:nvPr/>
        </p:nvSpPr>
        <p:spPr>
          <a:xfrm>
            <a:off x="1589170" y="2555578"/>
            <a:ext cx="640634" cy="60333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16D97-C7F4-436A-6378-715F47059B92}"/>
              </a:ext>
            </a:extLst>
          </p:cNvPr>
          <p:cNvSpPr/>
          <p:nvPr/>
        </p:nvSpPr>
        <p:spPr>
          <a:xfrm>
            <a:off x="3873824" y="2374949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47AF59-C5FC-4424-7F6B-CFDFE228A5F0}"/>
              </a:ext>
            </a:extLst>
          </p:cNvPr>
          <p:cNvGrpSpPr/>
          <p:nvPr/>
        </p:nvGrpSpPr>
        <p:grpSpPr>
          <a:xfrm>
            <a:off x="9395604" y="2512719"/>
            <a:ext cx="871502" cy="486453"/>
            <a:chOff x="1828269" y="4156695"/>
            <a:chExt cx="871502" cy="4864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51344F-2024-E3C3-F099-DEAA0889C218}"/>
                </a:ext>
              </a:extLst>
            </p:cNvPr>
            <p:cNvGrpSpPr/>
            <p:nvPr/>
          </p:nvGrpSpPr>
          <p:grpSpPr>
            <a:xfrm>
              <a:off x="1901329" y="4241849"/>
              <a:ext cx="718082" cy="290637"/>
              <a:chOff x="4177862" y="4331654"/>
              <a:chExt cx="718082" cy="29063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A7B51E-B19B-450A-1AC7-35C6606EEDDE}"/>
                  </a:ext>
                </a:extLst>
              </p:cNvPr>
              <p:cNvSpPr/>
              <p:nvPr/>
            </p:nvSpPr>
            <p:spPr>
              <a:xfrm>
                <a:off x="4183865" y="4331654"/>
                <a:ext cx="712079" cy="290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EA447-1669-41E6-1C63-C278FB250009}"/>
                  </a:ext>
                </a:extLst>
              </p:cNvPr>
              <p:cNvSpPr txBox="1"/>
              <p:nvPr/>
            </p:nvSpPr>
            <p:spPr>
              <a:xfrm>
                <a:off x="4177862" y="4345292"/>
                <a:ext cx="718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Process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DC1A14-2603-66A7-4A82-05192155AB0E}"/>
                </a:ext>
              </a:extLst>
            </p:cNvPr>
            <p:cNvSpPr/>
            <p:nvPr/>
          </p:nvSpPr>
          <p:spPr>
            <a:xfrm>
              <a:off x="1828269" y="4156695"/>
              <a:ext cx="871502" cy="486453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E5FC89E-E289-C33E-E9C4-00C285825862}"/>
              </a:ext>
            </a:extLst>
          </p:cNvPr>
          <p:cNvSpPr/>
          <p:nvPr/>
        </p:nvSpPr>
        <p:spPr>
          <a:xfrm>
            <a:off x="2565181" y="2673443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AE8209-4EB2-BB31-BDEE-B9F8CB54F9D1}"/>
              </a:ext>
            </a:extLst>
          </p:cNvPr>
          <p:cNvSpPr txBox="1"/>
          <p:nvPr/>
        </p:nvSpPr>
        <p:spPr>
          <a:xfrm>
            <a:off x="2428466" y="2210913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Switch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22D5F0F-737A-483F-2D7B-132FEEC06009}"/>
              </a:ext>
            </a:extLst>
          </p:cNvPr>
          <p:cNvGrpSpPr/>
          <p:nvPr/>
        </p:nvGrpSpPr>
        <p:grpSpPr>
          <a:xfrm>
            <a:off x="3934220" y="3008366"/>
            <a:ext cx="975939" cy="369333"/>
            <a:chOff x="2937384" y="4148512"/>
            <a:chExt cx="1272008" cy="59908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403AB35-3E59-3918-1414-BC1F01C7E48E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97DC5F1-F437-C054-E121-19117D2E2874}"/>
                </a:ext>
              </a:extLst>
            </p:cNvPr>
            <p:cNvSpPr txBox="1"/>
            <p:nvPr/>
          </p:nvSpPr>
          <p:spPr>
            <a:xfrm>
              <a:off x="2971640" y="4265781"/>
              <a:ext cx="1198342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decryptRtn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E314EF9-092D-DD41-13B8-231D671620C7}"/>
              </a:ext>
            </a:extLst>
          </p:cNvPr>
          <p:cNvSpPr/>
          <p:nvPr/>
        </p:nvSpPr>
        <p:spPr>
          <a:xfrm>
            <a:off x="3870916" y="2952863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F587CD-F21C-64A6-60C1-F57AA5647A4D}"/>
              </a:ext>
            </a:extLst>
          </p:cNvPr>
          <p:cNvCxnSpPr>
            <a:cxnSpLocks/>
          </p:cNvCxnSpPr>
          <p:nvPr/>
        </p:nvCxnSpPr>
        <p:spPr>
          <a:xfrm flipH="1">
            <a:off x="5075277" y="2843368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25DCE27-0AE2-F362-C430-88EC3BBDBF1E}"/>
              </a:ext>
            </a:extLst>
          </p:cNvPr>
          <p:cNvSpPr/>
          <p:nvPr/>
        </p:nvSpPr>
        <p:spPr>
          <a:xfrm>
            <a:off x="3157496" y="266950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ED7F62-1A3E-416C-7B92-3709BF55F9C3}"/>
              </a:ext>
            </a:extLst>
          </p:cNvPr>
          <p:cNvSpPr txBox="1"/>
          <p:nvPr/>
        </p:nvSpPr>
        <p:spPr>
          <a:xfrm>
            <a:off x="3002158" y="2210912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6549E7-A69F-667C-1BAB-0862921353AC}"/>
              </a:ext>
            </a:extLst>
          </p:cNvPr>
          <p:cNvCxnSpPr>
            <a:cxnSpLocks/>
          </p:cNvCxnSpPr>
          <p:nvPr/>
        </p:nvCxnSpPr>
        <p:spPr>
          <a:xfrm flipH="1">
            <a:off x="2887628" y="2874166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0A2E79B-D6DD-5B05-EA07-562FB32C624B}"/>
              </a:ext>
            </a:extLst>
          </p:cNvPr>
          <p:cNvSpPr/>
          <p:nvPr/>
        </p:nvSpPr>
        <p:spPr>
          <a:xfrm>
            <a:off x="5868717" y="2657228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37C4C0-5077-05EA-A879-CC72946B991D}"/>
              </a:ext>
            </a:extLst>
          </p:cNvPr>
          <p:cNvCxnSpPr>
            <a:cxnSpLocks/>
          </p:cNvCxnSpPr>
          <p:nvPr/>
        </p:nvCxnSpPr>
        <p:spPr>
          <a:xfrm flipH="1">
            <a:off x="3479943" y="285784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694750D-5853-A54A-0732-0CA171739AD7}"/>
              </a:ext>
            </a:extLst>
          </p:cNvPr>
          <p:cNvSpPr txBox="1"/>
          <p:nvPr/>
        </p:nvSpPr>
        <p:spPr>
          <a:xfrm>
            <a:off x="5773782" y="2203237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Switch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E8ACEC-6596-9982-9FFB-691AD0EC93B9}"/>
              </a:ext>
            </a:extLst>
          </p:cNvPr>
          <p:cNvCxnSpPr>
            <a:cxnSpLocks/>
          </p:cNvCxnSpPr>
          <p:nvPr/>
        </p:nvCxnSpPr>
        <p:spPr>
          <a:xfrm flipH="1">
            <a:off x="6191164" y="2855239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riangle 93">
            <a:extLst>
              <a:ext uri="{FF2B5EF4-FFF2-40B4-BE49-F238E27FC236}">
                <a16:creationId xmlns:a16="http://schemas.microsoft.com/office/drawing/2014/main" id="{AC6D484B-0395-CC62-006D-3D89CAA8D6C1}"/>
              </a:ext>
            </a:extLst>
          </p:cNvPr>
          <p:cNvSpPr/>
          <p:nvPr/>
        </p:nvSpPr>
        <p:spPr>
          <a:xfrm rot="16200000">
            <a:off x="6364656" y="2532505"/>
            <a:ext cx="849086" cy="656333"/>
          </a:xfrm>
          <a:prstGeom prst="triangle">
            <a:avLst/>
          </a:prstGeom>
          <a:solidFill>
            <a:srgbClr val="F2AA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305A90-96E4-A06C-6797-0F314BDA1C83}"/>
              </a:ext>
            </a:extLst>
          </p:cNvPr>
          <p:cNvSpPr txBox="1"/>
          <p:nvPr/>
        </p:nvSpPr>
        <p:spPr>
          <a:xfrm>
            <a:off x="6536761" y="2103507"/>
            <a:ext cx="904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SwitchTree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87EE8A-2747-EE64-E4BA-9940CD512E91}"/>
              </a:ext>
            </a:extLst>
          </p:cNvPr>
          <p:cNvCxnSpPr>
            <a:cxnSpLocks/>
          </p:cNvCxnSpPr>
          <p:nvPr/>
        </p:nvCxnSpPr>
        <p:spPr>
          <a:xfrm flipH="1">
            <a:off x="7117366" y="299917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E8ED3E5-3A87-C12F-C6B7-B1E34822F28A}"/>
              </a:ext>
            </a:extLst>
          </p:cNvPr>
          <p:cNvCxnSpPr>
            <a:cxnSpLocks/>
          </p:cNvCxnSpPr>
          <p:nvPr/>
        </p:nvCxnSpPr>
        <p:spPr>
          <a:xfrm flipH="1">
            <a:off x="7117366" y="3162943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5537EF2-243F-7B22-9770-E1E6470CFDC0}"/>
              </a:ext>
            </a:extLst>
          </p:cNvPr>
          <p:cNvCxnSpPr>
            <a:cxnSpLocks/>
          </p:cNvCxnSpPr>
          <p:nvPr/>
        </p:nvCxnSpPr>
        <p:spPr>
          <a:xfrm flipH="1">
            <a:off x="7117366" y="2767675"/>
            <a:ext cx="72322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DBEF421-A643-F0A8-2A38-3AF01FF3C7B9}"/>
              </a:ext>
            </a:extLst>
          </p:cNvPr>
          <p:cNvGrpSpPr/>
          <p:nvPr/>
        </p:nvGrpSpPr>
        <p:grpSpPr>
          <a:xfrm>
            <a:off x="8096323" y="2262916"/>
            <a:ext cx="975939" cy="369333"/>
            <a:chOff x="2937384" y="4148512"/>
            <a:chExt cx="1272008" cy="599089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BEEE5F-1A61-3D34-3A20-1D342504989F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180E3E-05BA-B49B-5619-55B04A187519}"/>
                </a:ext>
              </a:extLst>
            </p:cNvPr>
            <p:cNvSpPr txBox="1"/>
            <p:nvPr/>
          </p:nvSpPr>
          <p:spPr>
            <a:xfrm>
              <a:off x="2971640" y="4265781"/>
              <a:ext cx="1225669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decryptOut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6506C87-9211-44FD-1A3B-D9D7C1113543}"/>
              </a:ext>
            </a:extLst>
          </p:cNvPr>
          <p:cNvSpPr/>
          <p:nvPr/>
        </p:nvSpPr>
        <p:spPr>
          <a:xfrm>
            <a:off x="8032697" y="2210892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428FE9A-8A6C-499D-0075-B5F95A4CF6AD}"/>
              </a:ext>
            </a:extLst>
          </p:cNvPr>
          <p:cNvGrpSpPr/>
          <p:nvPr/>
        </p:nvGrpSpPr>
        <p:grpSpPr>
          <a:xfrm>
            <a:off x="8096323" y="2915624"/>
            <a:ext cx="975939" cy="369333"/>
            <a:chOff x="2937384" y="4148512"/>
            <a:chExt cx="1272008" cy="59908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84B3EA8-B7C1-C7EC-D127-7EE90431482D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AD29F3F-EEF2-8FA7-49F6-95BDEA20B680}"/>
                </a:ext>
              </a:extLst>
            </p:cNvPr>
            <p:cNvSpPr txBox="1"/>
            <p:nvPr/>
          </p:nvSpPr>
          <p:spPr>
            <a:xfrm>
              <a:off x="2971640" y="4265781"/>
              <a:ext cx="1196251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encryptRtn</a:t>
              </a: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C1D8E9-F22F-E338-220A-7DECBC559702}"/>
              </a:ext>
            </a:extLst>
          </p:cNvPr>
          <p:cNvSpPr/>
          <p:nvPr/>
        </p:nvSpPr>
        <p:spPr>
          <a:xfrm>
            <a:off x="8032697" y="2858374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9F8C6EF-11FE-0874-E27B-7FC73245E29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9010080" y="2382194"/>
            <a:ext cx="458584" cy="367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20D514-CA04-13BC-9725-F3E3EE7DC5B3}"/>
              </a:ext>
            </a:extLst>
          </p:cNvPr>
          <p:cNvCxnSpPr>
            <a:cxnSpLocks/>
          </p:cNvCxnSpPr>
          <p:nvPr/>
        </p:nvCxnSpPr>
        <p:spPr>
          <a:xfrm flipH="1">
            <a:off x="9055175" y="2812789"/>
            <a:ext cx="397352" cy="31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46A6700-A1BD-098E-2FBF-BD12784F4254}"/>
              </a:ext>
            </a:extLst>
          </p:cNvPr>
          <p:cNvSpPr/>
          <p:nvPr/>
        </p:nvSpPr>
        <p:spPr>
          <a:xfrm>
            <a:off x="7804616" y="2019092"/>
            <a:ext cx="2657310" cy="148349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389A3A-8BF2-EC5B-2655-59961386FC98}"/>
              </a:ext>
            </a:extLst>
          </p:cNvPr>
          <p:cNvSpPr txBox="1"/>
          <p:nvPr/>
        </p:nvSpPr>
        <p:spPr>
          <a:xfrm>
            <a:off x="8823183" y="1756708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EUD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9935C0-6DBA-59BD-1B96-AAAE15E4146C}"/>
              </a:ext>
            </a:extLst>
          </p:cNvPr>
          <p:cNvCxnSpPr>
            <a:cxnSpLocks/>
          </p:cNvCxnSpPr>
          <p:nvPr/>
        </p:nvCxnSpPr>
        <p:spPr>
          <a:xfrm flipH="1">
            <a:off x="2332092" y="2857420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ACA65-4D0E-26E3-5A6D-7EFE522EF07F}"/>
              </a:ext>
            </a:extLst>
          </p:cNvPr>
          <p:cNvSpPr/>
          <p:nvPr/>
        </p:nvSpPr>
        <p:spPr>
          <a:xfrm>
            <a:off x="3743333" y="2210912"/>
            <a:ext cx="1420439" cy="14007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C82C7-114D-79A1-C604-7946690AB40E}"/>
              </a:ext>
            </a:extLst>
          </p:cNvPr>
          <p:cNvSpPr txBox="1"/>
          <p:nvPr/>
        </p:nvSpPr>
        <p:spPr>
          <a:xfrm>
            <a:off x="1613128" y="2124416"/>
            <a:ext cx="692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PcktSrc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2FA83-7B94-2DFE-2823-E26A079C3183}"/>
              </a:ext>
            </a:extLst>
          </p:cNvPr>
          <p:cNvSpPr/>
          <p:nvPr/>
        </p:nvSpPr>
        <p:spPr>
          <a:xfrm>
            <a:off x="5311416" y="264918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A084F-E589-16FB-BC3E-25A04961A1A7}"/>
              </a:ext>
            </a:extLst>
          </p:cNvPr>
          <p:cNvSpPr txBox="1"/>
          <p:nvPr/>
        </p:nvSpPr>
        <p:spPr>
          <a:xfrm>
            <a:off x="5186992" y="2210911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AF845D-393A-FFDC-F3C7-E71BBD08A048}"/>
              </a:ext>
            </a:extLst>
          </p:cNvPr>
          <p:cNvCxnSpPr>
            <a:cxnSpLocks/>
          </p:cNvCxnSpPr>
          <p:nvPr/>
        </p:nvCxnSpPr>
        <p:spPr>
          <a:xfrm flipH="1">
            <a:off x="5626819" y="2841461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CF079C-B1B8-B0C9-31E9-B231CE802A30}"/>
              </a:ext>
            </a:extLst>
          </p:cNvPr>
          <p:cNvSpPr/>
          <p:nvPr/>
        </p:nvSpPr>
        <p:spPr>
          <a:xfrm>
            <a:off x="1301939" y="1583041"/>
            <a:ext cx="390749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12FE8-B757-7B47-6051-48299845846C}"/>
              </a:ext>
            </a:extLst>
          </p:cNvPr>
          <p:cNvSpPr txBox="1"/>
          <p:nvPr/>
        </p:nvSpPr>
        <p:spPr>
          <a:xfrm>
            <a:off x="3982155" y="1637160"/>
            <a:ext cx="87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643748-ADAF-9E67-9083-7788DF126914}"/>
              </a:ext>
            </a:extLst>
          </p:cNvPr>
          <p:cNvSpPr/>
          <p:nvPr/>
        </p:nvSpPr>
        <p:spPr>
          <a:xfrm>
            <a:off x="5254201" y="1583041"/>
            <a:ext cx="548614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EA95F-D2B2-17ED-3051-C391245E6230}"/>
              </a:ext>
            </a:extLst>
          </p:cNvPr>
          <p:cNvSpPr txBox="1"/>
          <p:nvPr/>
        </p:nvSpPr>
        <p:spPr>
          <a:xfrm>
            <a:off x="5488465" y="1655860"/>
            <a:ext cx="120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E8B8B-C5E5-9F2C-56CF-D2B4B614ECAB}"/>
              </a:ext>
            </a:extLst>
          </p:cNvPr>
          <p:cNvSpPr txBox="1"/>
          <p:nvPr/>
        </p:nvSpPr>
        <p:spPr>
          <a:xfrm>
            <a:off x="3957034" y="4429229"/>
            <a:ext cx="25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5801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891068" y="1750554"/>
            <a:ext cx="1608082" cy="599089"/>
            <a:chOff x="1418897" y="1334814"/>
            <a:chExt cx="1608082" cy="599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67372" y="1720573"/>
            <a:ext cx="944746" cy="599089"/>
            <a:chOff x="4177862" y="4230414"/>
            <a:chExt cx="944746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25BAA2-2DCF-9CA7-64EA-6201F6477FC3}"/>
              </a:ext>
            </a:extLst>
          </p:cNvPr>
          <p:cNvGrpSpPr/>
          <p:nvPr/>
        </p:nvGrpSpPr>
        <p:grpSpPr>
          <a:xfrm>
            <a:off x="7130183" y="1742413"/>
            <a:ext cx="947952" cy="599089"/>
            <a:chOff x="4177862" y="4230414"/>
            <a:chExt cx="947952" cy="5990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D42C8-D01E-810F-4C22-5150A4A54272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FDB7E-F23A-C33B-3271-1BB70DD39408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3F664-65EA-A452-487B-1D79B5ECF0E8}"/>
              </a:ext>
            </a:extLst>
          </p:cNvPr>
          <p:cNvGrpSpPr/>
          <p:nvPr/>
        </p:nvGrpSpPr>
        <p:grpSpPr>
          <a:xfrm>
            <a:off x="8865450" y="3177074"/>
            <a:ext cx="1608082" cy="599089"/>
            <a:chOff x="1418897" y="1334814"/>
            <a:chExt cx="1608082" cy="5990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6368E0-E95F-957A-6B17-FEB756B502E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66633D-9CAA-A1D4-43CD-13128018C146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703C7D-32DC-3EDB-FE00-F4FFDE28AB88}"/>
              </a:ext>
            </a:extLst>
          </p:cNvPr>
          <p:cNvGrpSpPr/>
          <p:nvPr/>
        </p:nvGrpSpPr>
        <p:grpSpPr>
          <a:xfrm>
            <a:off x="7190954" y="3177073"/>
            <a:ext cx="944746" cy="599089"/>
            <a:chOff x="4177862" y="4230414"/>
            <a:chExt cx="944746" cy="59908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454B6C-19C0-8DFB-2D4C-EDDE9B569566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2542EC-6BAD-C8B8-CA88-8DB9B8DA7336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51344F-2024-E3C3-F099-DEAA0889C218}"/>
              </a:ext>
            </a:extLst>
          </p:cNvPr>
          <p:cNvGrpSpPr/>
          <p:nvPr/>
        </p:nvGrpSpPr>
        <p:grpSpPr>
          <a:xfrm>
            <a:off x="3998902" y="3170998"/>
            <a:ext cx="947952" cy="599089"/>
            <a:chOff x="4177862" y="4230414"/>
            <a:chExt cx="947952" cy="59908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A7B51E-B19B-450A-1AC7-35C6606EEDD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2EA447-1669-41E6-1C63-C278FB250009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B7B8DE-2317-D27D-A94C-5DF8C2579AF4}"/>
              </a:ext>
            </a:extLst>
          </p:cNvPr>
          <p:cNvGrpSpPr/>
          <p:nvPr/>
        </p:nvGrpSpPr>
        <p:grpSpPr>
          <a:xfrm>
            <a:off x="907361" y="3169932"/>
            <a:ext cx="1608082" cy="599089"/>
            <a:chOff x="1418897" y="1334814"/>
            <a:chExt cx="1608082" cy="59908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352463-E9FB-EB58-D0A6-B8C0D1A05310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E5E1E4-25BA-92AD-786A-6CBF7D063B42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F2BD77-94E9-2568-FFD5-69E1492ECF0F}"/>
              </a:ext>
            </a:extLst>
          </p:cNvPr>
          <p:cNvGrpSpPr/>
          <p:nvPr/>
        </p:nvGrpSpPr>
        <p:grpSpPr>
          <a:xfrm>
            <a:off x="8880147" y="1742413"/>
            <a:ext cx="1608082" cy="599089"/>
            <a:chOff x="1418897" y="1334814"/>
            <a:chExt cx="1608082" cy="59908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DA6DB7-2A45-9832-762B-B2FBCD28C59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424923-741B-5EC2-2FE8-BB5B4AE0DA5A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FBA950-6068-7B8D-5304-058F75F5900E}"/>
              </a:ext>
            </a:extLst>
          </p:cNvPr>
          <p:cNvCxnSpPr>
            <a:cxnSpLocks/>
          </p:cNvCxnSpPr>
          <p:nvPr/>
        </p:nvCxnSpPr>
        <p:spPr>
          <a:xfrm>
            <a:off x="8049837" y="2020936"/>
            <a:ext cx="830310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43759-27C3-65EA-BEB4-30EABB279EE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9669491" y="2340033"/>
            <a:ext cx="14697" cy="837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77F450-9422-8727-E149-A109D8D212BC}"/>
              </a:ext>
            </a:extLst>
          </p:cNvPr>
          <p:cNvCxnSpPr>
            <a:cxnSpLocks/>
          </p:cNvCxnSpPr>
          <p:nvPr/>
        </p:nvCxnSpPr>
        <p:spPr>
          <a:xfrm flipH="1">
            <a:off x="8049837" y="3492382"/>
            <a:ext cx="8156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BB8FD4-A016-3FE3-CD74-7F88FE659EE2}"/>
              </a:ext>
            </a:extLst>
          </p:cNvPr>
          <p:cNvSpPr/>
          <p:nvPr/>
        </p:nvSpPr>
        <p:spPr>
          <a:xfrm>
            <a:off x="6955522" y="1411337"/>
            <a:ext cx="3849250" cy="2737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1252545" y="997801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29A0B-D47A-E2FC-7072-5017FAD50E51}"/>
              </a:ext>
            </a:extLst>
          </p:cNvPr>
          <p:cNvSpPr txBox="1"/>
          <p:nvPr/>
        </p:nvSpPr>
        <p:spPr>
          <a:xfrm>
            <a:off x="8640777" y="81143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EUD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85060C-865C-E07B-0013-C9C47A97C776}"/>
              </a:ext>
            </a:extLst>
          </p:cNvPr>
          <p:cNvSpPr txBox="1"/>
          <p:nvPr/>
        </p:nvSpPr>
        <p:spPr>
          <a:xfrm>
            <a:off x="4479016" y="5263323"/>
            <a:ext cx="301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SSL Server architecture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B00C65-2D19-4DBE-ED5D-B5E7C63747F7}"/>
              </a:ext>
            </a:extLst>
          </p:cNvPr>
          <p:cNvSpPr/>
          <p:nvPr/>
        </p:nvSpPr>
        <p:spPr>
          <a:xfrm>
            <a:off x="760563" y="1427609"/>
            <a:ext cx="1972350" cy="27202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2CDE84-99B0-82B6-7E80-CA6D14F6B1A5}"/>
              </a:ext>
            </a:extLst>
          </p:cNvPr>
          <p:cNvSpPr/>
          <p:nvPr/>
        </p:nvSpPr>
        <p:spPr>
          <a:xfrm>
            <a:off x="3744179" y="1423308"/>
            <a:ext cx="1438105" cy="27202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205CD5-AE09-4356-83E0-F0621BE8633C}"/>
              </a:ext>
            </a:extLst>
          </p:cNvPr>
          <p:cNvSpPr txBox="1"/>
          <p:nvPr/>
        </p:nvSpPr>
        <p:spPr>
          <a:xfrm>
            <a:off x="3744180" y="943542"/>
            <a:ext cx="1239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SSL Server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DB9D24-DE39-4F08-CB55-C4D761AA3976}"/>
              </a:ext>
            </a:extLst>
          </p:cNvPr>
          <p:cNvSpPr txBox="1"/>
          <p:nvPr/>
        </p:nvSpPr>
        <p:spPr>
          <a:xfrm>
            <a:off x="2877547" y="2418395"/>
            <a:ext cx="8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socket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06C9DCC-C9E0-82F7-0A2F-EEFC5BC8AA69}"/>
              </a:ext>
            </a:extLst>
          </p:cNvPr>
          <p:cNvCxnSpPr>
            <a:stCxn id="13" idx="3"/>
            <a:endCxn id="35" idx="1"/>
          </p:cNvCxnSpPr>
          <p:nvPr/>
        </p:nvCxnSpPr>
        <p:spPr>
          <a:xfrm flipV="1">
            <a:off x="2732913" y="2783426"/>
            <a:ext cx="1011266" cy="430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4BD0BF-2E46-D76A-93A4-1F2B614B51C4}"/>
              </a:ext>
            </a:extLst>
          </p:cNvPr>
          <p:cNvSpPr txBox="1"/>
          <p:nvPr/>
        </p:nvSpPr>
        <p:spPr>
          <a:xfrm>
            <a:off x="5644299" y="2407897"/>
            <a:ext cx="849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socket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BD2B23-1F09-0817-3957-4E8ABCBC384E}"/>
              </a:ext>
            </a:extLst>
          </p:cNvPr>
          <p:cNvCxnSpPr>
            <a:cxnSpLocks/>
          </p:cNvCxnSpPr>
          <p:nvPr/>
        </p:nvCxnSpPr>
        <p:spPr>
          <a:xfrm>
            <a:off x="5182239" y="2777229"/>
            <a:ext cx="180065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B9BAB1-1458-B322-1509-4FB5533F2419}"/>
              </a:ext>
            </a:extLst>
          </p:cNvPr>
          <p:cNvCxnSpPr>
            <a:stCxn id="4" idx="3"/>
            <a:endCxn id="13" idx="3"/>
          </p:cNvCxnSpPr>
          <p:nvPr/>
        </p:nvCxnSpPr>
        <p:spPr>
          <a:xfrm>
            <a:off x="2499150" y="2050099"/>
            <a:ext cx="233763" cy="737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ED2EF8-A9C3-7B30-B0AD-16D8308D9E54}"/>
              </a:ext>
            </a:extLst>
          </p:cNvPr>
          <p:cNvCxnSpPr>
            <a:endCxn id="7" idx="1"/>
          </p:cNvCxnSpPr>
          <p:nvPr/>
        </p:nvCxnSpPr>
        <p:spPr>
          <a:xfrm flipV="1">
            <a:off x="3744179" y="2020117"/>
            <a:ext cx="223193" cy="767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0367E96-FAB0-39F7-9DAD-3F3EAD86EC26}"/>
              </a:ext>
            </a:extLst>
          </p:cNvPr>
          <p:cNvCxnSpPr>
            <a:stCxn id="7" idx="3"/>
            <a:endCxn id="35" idx="3"/>
          </p:cNvCxnSpPr>
          <p:nvPr/>
        </p:nvCxnSpPr>
        <p:spPr>
          <a:xfrm>
            <a:off x="4912118" y="2020117"/>
            <a:ext cx="270166" cy="76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EA53287-5921-A863-3CC1-BFCEC92757B1}"/>
              </a:ext>
            </a:extLst>
          </p:cNvPr>
          <p:cNvCxnSpPr>
            <a:stCxn id="3" idx="1"/>
            <a:endCxn id="11" idx="1"/>
          </p:cNvCxnSpPr>
          <p:nvPr/>
        </p:nvCxnSpPr>
        <p:spPr>
          <a:xfrm flipV="1">
            <a:off x="6955522" y="2041957"/>
            <a:ext cx="174661" cy="738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B157D0-275D-A44E-6471-439A1C0D855E}"/>
              </a:ext>
            </a:extLst>
          </p:cNvPr>
          <p:cNvCxnSpPr>
            <a:stCxn id="22" idx="1"/>
            <a:endCxn id="3" idx="1"/>
          </p:cNvCxnSpPr>
          <p:nvPr/>
        </p:nvCxnSpPr>
        <p:spPr>
          <a:xfrm flipH="1" flipV="1">
            <a:off x="6955522" y="2780167"/>
            <a:ext cx="235432" cy="696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872005A-9796-A616-720C-52B78E918DC0}"/>
              </a:ext>
            </a:extLst>
          </p:cNvPr>
          <p:cNvCxnSpPr>
            <a:stCxn id="35" idx="3"/>
            <a:endCxn id="25" idx="3"/>
          </p:cNvCxnSpPr>
          <p:nvPr/>
        </p:nvCxnSpPr>
        <p:spPr>
          <a:xfrm flipH="1">
            <a:off x="4946854" y="2783426"/>
            <a:ext cx="235430" cy="687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F23341C-F112-EFFA-DB33-20AB3957712E}"/>
              </a:ext>
            </a:extLst>
          </p:cNvPr>
          <p:cNvCxnSpPr>
            <a:stCxn id="25" idx="1"/>
            <a:endCxn id="35" idx="1"/>
          </p:cNvCxnSpPr>
          <p:nvPr/>
        </p:nvCxnSpPr>
        <p:spPr>
          <a:xfrm flipH="1" flipV="1">
            <a:off x="3744179" y="2783426"/>
            <a:ext cx="254723" cy="687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D3AD44F-D287-C8DF-CF6F-D98601B164E2}"/>
              </a:ext>
            </a:extLst>
          </p:cNvPr>
          <p:cNvCxnSpPr>
            <a:stCxn id="13" idx="3"/>
            <a:endCxn id="27" idx="3"/>
          </p:cNvCxnSpPr>
          <p:nvPr/>
        </p:nvCxnSpPr>
        <p:spPr>
          <a:xfrm flipH="1">
            <a:off x="2515443" y="2787727"/>
            <a:ext cx="217470" cy="681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ED851-216B-F2C7-BFC5-F433C54A5FEB}"/>
              </a:ext>
            </a:extLst>
          </p:cNvPr>
          <p:cNvSpPr/>
          <p:nvPr/>
        </p:nvSpPr>
        <p:spPr>
          <a:xfrm>
            <a:off x="855722" y="1720573"/>
            <a:ext cx="1816419" cy="2238937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7EF9AE-0EFD-3BCD-AE21-E826A09E580E}"/>
              </a:ext>
            </a:extLst>
          </p:cNvPr>
          <p:cNvSpPr/>
          <p:nvPr/>
        </p:nvSpPr>
        <p:spPr>
          <a:xfrm>
            <a:off x="3819704" y="1644135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8761DE-0C4B-2941-23DC-B00CE61B8A42}"/>
              </a:ext>
            </a:extLst>
          </p:cNvPr>
          <p:cNvSpPr/>
          <p:nvPr/>
        </p:nvSpPr>
        <p:spPr>
          <a:xfrm>
            <a:off x="3925650" y="3000158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602085-5423-6252-A4CD-DE7716918BA5}"/>
              </a:ext>
            </a:extLst>
          </p:cNvPr>
          <p:cNvSpPr/>
          <p:nvPr/>
        </p:nvSpPr>
        <p:spPr>
          <a:xfrm>
            <a:off x="7110995" y="1578496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486DC2-0211-FBFF-7A4D-8B0AEEF823D2}"/>
              </a:ext>
            </a:extLst>
          </p:cNvPr>
          <p:cNvSpPr/>
          <p:nvPr/>
        </p:nvSpPr>
        <p:spPr>
          <a:xfrm>
            <a:off x="7166594" y="2985393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A258CF-92B7-A602-CB33-B3768821BC92}"/>
              </a:ext>
            </a:extLst>
          </p:cNvPr>
          <p:cNvSpPr/>
          <p:nvPr/>
        </p:nvSpPr>
        <p:spPr>
          <a:xfrm>
            <a:off x="8776698" y="1614495"/>
            <a:ext cx="1818662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832482-5D57-A408-BC1D-060CAAF51AB3}"/>
              </a:ext>
            </a:extLst>
          </p:cNvPr>
          <p:cNvSpPr/>
          <p:nvPr/>
        </p:nvSpPr>
        <p:spPr>
          <a:xfrm>
            <a:off x="8819883" y="3031075"/>
            <a:ext cx="1818662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6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6DA02B-34A6-C578-4358-2629FD32B4C6}"/>
              </a:ext>
            </a:extLst>
          </p:cNvPr>
          <p:cNvGrpSpPr/>
          <p:nvPr/>
        </p:nvGrpSpPr>
        <p:grpSpPr>
          <a:xfrm>
            <a:off x="2054490" y="806173"/>
            <a:ext cx="944746" cy="599089"/>
            <a:chOff x="4177862" y="4230414"/>
            <a:chExt cx="944746" cy="5990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00C1F8-F12F-DB2A-35FD-CF41CD08F66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AAC758-3D67-FE8D-5F69-03B0271C9964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904C28F-BC49-4413-A947-42C0FBF46376}"/>
              </a:ext>
            </a:extLst>
          </p:cNvPr>
          <p:cNvSpPr txBox="1"/>
          <p:nvPr/>
        </p:nvSpPr>
        <p:spPr>
          <a:xfrm>
            <a:off x="917512" y="1520140"/>
            <a:ext cx="32187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Generate 1000 unique packets</a:t>
            </a:r>
          </a:p>
          <a:p>
            <a:r>
              <a:rPr lang="en-US"/>
              <a:t>Start := hi_resolution_time()</a:t>
            </a:r>
          </a:p>
          <a:p>
            <a:r>
              <a:rPr lang="en-US"/>
              <a:t>for (idx:=0; idx&lt;1000; idx++) {</a:t>
            </a:r>
          </a:p>
          <a:p>
            <a:r>
              <a:rPr lang="en-US"/>
              <a:t>    encryptpcket(pckt[idx])</a:t>
            </a:r>
          </a:p>
          <a:p>
            <a:r>
              <a:rPr lang="en-US"/>
              <a:t>}</a:t>
            </a:r>
          </a:p>
          <a:p>
            <a:r>
              <a:rPr lang="en-US"/>
              <a:t>End := hi_resolution_time()</a:t>
            </a:r>
          </a:p>
          <a:p>
            <a:r>
              <a:rPr lang="en-US"/>
              <a:t>Average := (End-Start)/1000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ABF4D7-90E6-0154-5C73-C9E2AF3FA5A0}"/>
              </a:ext>
            </a:extLst>
          </p:cNvPr>
          <p:cNvGrpSpPr/>
          <p:nvPr/>
        </p:nvGrpSpPr>
        <p:grpSpPr>
          <a:xfrm>
            <a:off x="6622663" y="1018460"/>
            <a:ext cx="944746" cy="844687"/>
            <a:chOff x="4194798" y="4230414"/>
            <a:chExt cx="944746" cy="8446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C5A4EB-803A-934A-0B20-9C4273232030}"/>
                </a:ext>
              </a:extLst>
            </p:cNvPr>
            <p:cNvSpPr/>
            <p:nvPr/>
          </p:nvSpPr>
          <p:spPr>
            <a:xfrm>
              <a:off x="4209392" y="4230414"/>
              <a:ext cx="820090" cy="84468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44A352-5525-7873-0127-05B514091545}"/>
                </a:ext>
              </a:extLst>
            </p:cNvPr>
            <p:cNvSpPr txBox="1"/>
            <p:nvPr/>
          </p:nvSpPr>
          <p:spPr>
            <a:xfrm>
              <a:off x="4194798" y="4294163"/>
              <a:ext cx="9447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Known</a:t>
              </a:r>
            </a:p>
            <a:p>
              <a:r>
                <a:rPr lang="en-US" dirty="0"/>
                <a:t>delay</a:t>
              </a: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8D68DE-D451-5CF2-C873-00F830440EE4}"/>
              </a:ext>
            </a:extLst>
          </p:cNvPr>
          <p:cNvSpPr/>
          <p:nvPr/>
        </p:nvSpPr>
        <p:spPr>
          <a:xfrm>
            <a:off x="6427982" y="806173"/>
            <a:ext cx="1627806" cy="136011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693E6B-4C6C-E37A-CAD0-C48A83D4A9F0}"/>
              </a:ext>
            </a:extLst>
          </p:cNvPr>
          <p:cNvCxnSpPr/>
          <p:nvPr/>
        </p:nvCxnSpPr>
        <p:spPr>
          <a:xfrm flipH="1">
            <a:off x="7457347" y="1203126"/>
            <a:ext cx="1061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5F90C7-456F-CDCA-E436-E21C71D7F09F}"/>
              </a:ext>
            </a:extLst>
          </p:cNvPr>
          <p:cNvCxnSpPr>
            <a:cxnSpLocks/>
          </p:cNvCxnSpPr>
          <p:nvPr/>
        </p:nvCxnSpPr>
        <p:spPr>
          <a:xfrm flipH="1">
            <a:off x="8055788" y="728030"/>
            <a:ext cx="536676" cy="475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441BC7-8AFE-D1C6-3EA4-303EB817B0E8}"/>
              </a:ext>
            </a:extLst>
          </p:cNvPr>
          <p:cNvSpPr txBox="1"/>
          <p:nvPr/>
        </p:nvSpPr>
        <p:spPr>
          <a:xfrm>
            <a:off x="8592464" y="551719"/>
            <a:ext cx="127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Measure in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3743CC-EEBA-26D0-8D54-60B923071034}"/>
              </a:ext>
            </a:extLst>
          </p:cNvPr>
          <p:cNvCxnSpPr/>
          <p:nvPr/>
        </p:nvCxnSpPr>
        <p:spPr>
          <a:xfrm flipH="1">
            <a:off x="7457347" y="1723517"/>
            <a:ext cx="106154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66FAB5-4852-67C1-E71E-E681EE3DFB14}"/>
              </a:ext>
            </a:extLst>
          </p:cNvPr>
          <p:cNvCxnSpPr>
            <a:cxnSpLocks/>
          </p:cNvCxnSpPr>
          <p:nvPr/>
        </p:nvCxnSpPr>
        <p:spPr>
          <a:xfrm flipH="1" flipV="1">
            <a:off x="8055788" y="1723516"/>
            <a:ext cx="463104" cy="442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035B20-9960-C08B-410E-C075F83BC89E}"/>
              </a:ext>
            </a:extLst>
          </p:cNvPr>
          <p:cNvSpPr txBox="1"/>
          <p:nvPr/>
        </p:nvSpPr>
        <p:spPr>
          <a:xfrm>
            <a:off x="8592464" y="1981625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Measure 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BDB37-1DEB-1123-02C2-42720742F1DD}"/>
              </a:ext>
            </a:extLst>
          </p:cNvPr>
          <p:cNvSpPr txBox="1"/>
          <p:nvPr/>
        </p:nvSpPr>
        <p:spPr>
          <a:xfrm>
            <a:off x="5169868" y="3182133"/>
            <a:ext cx="6023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from interface to work = (Measure out – Measure In)/2 </a:t>
            </a:r>
          </a:p>
        </p:txBody>
      </p:sp>
    </p:spTree>
    <p:extLst>
      <p:ext uri="{BB962C8B-B14F-4D97-AF65-F5344CB8AC3E}">
        <p14:creationId xmlns:p14="http://schemas.microsoft.com/office/powerpoint/2010/main" val="83566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>
            <a:extLst>
              <a:ext uri="{FF2B5EF4-FFF2-40B4-BE49-F238E27FC236}">
                <a16:creationId xmlns:a16="http://schemas.microsoft.com/office/drawing/2014/main" id="{342EE9E0-B0C0-F8FB-86EF-60ED77DD3F1C}"/>
              </a:ext>
            </a:extLst>
          </p:cNvPr>
          <p:cNvSpPr/>
          <p:nvPr/>
        </p:nvSpPr>
        <p:spPr>
          <a:xfrm>
            <a:off x="940471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B039F-5831-39D2-20BC-09DDD5C658A9}"/>
              </a:ext>
            </a:extLst>
          </p:cNvPr>
          <p:cNvSpPr txBox="1"/>
          <p:nvPr/>
        </p:nvSpPr>
        <p:spPr>
          <a:xfrm>
            <a:off x="715184" y="3154017"/>
            <a:ext cx="22411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Function timings</a:t>
            </a:r>
          </a:p>
          <a:p>
            <a:r>
              <a:rPr lang="en-US"/>
              <a:t>Device descriptions</a:t>
            </a:r>
          </a:p>
          <a:p>
            <a:r>
              <a:rPr lang="en-US"/>
              <a:t>Topology description</a:t>
            </a:r>
          </a:p>
          <a:p>
            <a:r>
              <a:rPr lang="en-US"/>
              <a:t>Crypto description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499B551C-CB1C-9DA3-4B2B-17C10A0A3900}"/>
              </a:ext>
            </a:extLst>
          </p:cNvPr>
          <p:cNvSpPr/>
          <p:nvPr/>
        </p:nvSpPr>
        <p:spPr>
          <a:xfrm>
            <a:off x="8254595" y="2010657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DCA6C-AEDF-087E-D64C-21C42E0D9C47}"/>
              </a:ext>
            </a:extLst>
          </p:cNvPr>
          <p:cNvSpPr txBox="1"/>
          <p:nvPr/>
        </p:nvSpPr>
        <p:spPr>
          <a:xfrm>
            <a:off x="709351" y="4269503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Arch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84359-E8A4-E334-DF32-B9F33919EC27}"/>
              </a:ext>
            </a:extLst>
          </p:cNvPr>
          <p:cNvSpPr txBox="1"/>
          <p:nvPr/>
        </p:nvSpPr>
        <p:spPr>
          <a:xfrm>
            <a:off x="7900261" y="3900171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Model Contruction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CD085-2F4D-A9DA-3A01-FA06452BA530}"/>
              </a:ext>
            </a:extLst>
          </p:cNvPr>
          <p:cNvSpPr txBox="1"/>
          <p:nvPr/>
        </p:nvSpPr>
        <p:spPr>
          <a:xfrm>
            <a:off x="8482119" y="3292535"/>
            <a:ext cx="98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table.go</a:t>
            </a:r>
          </a:p>
          <a:p>
            <a:r>
              <a:rPr lang="en-US"/>
              <a:t>bld.go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89D8A91-4553-E142-0BB1-D8EECAEB2C48}"/>
              </a:ext>
            </a:extLst>
          </p:cNvPr>
          <p:cNvSpPr/>
          <p:nvPr/>
        </p:nvSpPr>
        <p:spPr>
          <a:xfrm>
            <a:off x="5697680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46B93-98CA-FCB0-6C10-DA58DEEC321A}"/>
              </a:ext>
            </a:extLst>
          </p:cNvPr>
          <p:cNvSpPr txBox="1"/>
          <p:nvPr/>
        </p:nvSpPr>
        <p:spPr>
          <a:xfrm>
            <a:off x="5382748" y="3900171"/>
            <a:ext cx="207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Working Directory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B352D-F156-A4F7-AB84-28BC71AB23EE}"/>
              </a:ext>
            </a:extLst>
          </p:cNvPr>
          <p:cNvSpPr txBox="1"/>
          <p:nvPr/>
        </p:nvSpPr>
        <p:spPr>
          <a:xfrm>
            <a:off x="5689412" y="3246349"/>
            <a:ext cx="1629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Shared files</a:t>
            </a:r>
          </a:p>
          <a:p>
            <a:r>
              <a:rPr lang="en-US"/>
              <a:t>Plot repository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E884BE25-BADC-D5D5-FD49-119E360D94B0}"/>
              </a:ext>
            </a:extLst>
          </p:cNvPr>
          <p:cNvSpPr/>
          <p:nvPr/>
        </p:nvSpPr>
        <p:spPr>
          <a:xfrm>
            <a:off x="3397296" y="196132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582591-92C9-3113-73AA-0D67C2131AA4}"/>
              </a:ext>
            </a:extLst>
          </p:cNvPr>
          <p:cNvSpPr txBox="1"/>
          <p:nvPr/>
        </p:nvSpPr>
        <p:spPr>
          <a:xfrm>
            <a:off x="3510750" y="3468488"/>
            <a:ext cx="121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Simulator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52DEE-3D48-25CF-F9F9-DB98A6FF82B0}"/>
              </a:ext>
            </a:extLst>
          </p:cNvPr>
          <p:cNvSpPr txBox="1"/>
          <p:nvPr/>
        </p:nvSpPr>
        <p:spPr>
          <a:xfrm>
            <a:off x="3693813" y="3217344"/>
            <a:ext cx="85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sim.go</a:t>
            </a: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35A4BE7D-B152-15D3-D573-9DB44EDDBC37}"/>
              </a:ext>
            </a:extLst>
          </p:cNvPr>
          <p:cNvSpPr/>
          <p:nvPr/>
        </p:nvSpPr>
        <p:spPr>
          <a:xfrm>
            <a:off x="10163663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49072-F8A4-51EA-8631-4364C6063E45}"/>
              </a:ext>
            </a:extLst>
          </p:cNvPr>
          <p:cNvSpPr txBox="1"/>
          <p:nvPr/>
        </p:nvSpPr>
        <p:spPr>
          <a:xfrm>
            <a:off x="10475436" y="3203352"/>
            <a:ext cx="947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gui.go</a:t>
            </a:r>
          </a:p>
          <a:p>
            <a:r>
              <a:rPr lang="en-US"/>
              <a:t>cntrl.go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EBD0C-1661-C202-E82A-28EC3D721F53}"/>
              </a:ext>
            </a:extLst>
          </p:cNvPr>
          <p:cNvSpPr txBox="1"/>
          <p:nvPr/>
        </p:nvSpPr>
        <p:spPr>
          <a:xfrm>
            <a:off x="10638978" y="3871958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GUI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8E765323-5C27-706E-B61C-DEF3CA77E078}"/>
              </a:ext>
            </a:extLst>
          </p:cNvPr>
          <p:cNvSpPr/>
          <p:nvPr/>
        </p:nvSpPr>
        <p:spPr>
          <a:xfrm>
            <a:off x="9208545" y="221597"/>
            <a:ext cx="1266891" cy="1046056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6268BC-714F-BFBD-504A-12EBB61AFDA9}"/>
              </a:ext>
            </a:extLst>
          </p:cNvPr>
          <p:cNvSpPr txBox="1"/>
          <p:nvPr/>
        </p:nvSpPr>
        <p:spPr>
          <a:xfrm>
            <a:off x="9638437" y="577876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Symbol" pitchFamily="2" charset="2"/>
              </a:rPr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884D2C-91DD-9A46-9F02-E471C624DE79}"/>
              </a:ext>
            </a:extLst>
          </p:cNvPr>
          <p:cNvCxnSpPr>
            <a:stCxn id="6" idx="0"/>
          </p:cNvCxnSpPr>
          <p:nvPr/>
        </p:nvCxnSpPr>
        <p:spPr>
          <a:xfrm flipV="1">
            <a:off x="8976839" y="1267653"/>
            <a:ext cx="494718" cy="7430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CB17C7-EB11-DFBE-CF7F-7C2022135447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10296939" y="1267653"/>
            <a:ext cx="588968" cy="6968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77CC2E5-4323-65C1-7B80-C647F501916B}"/>
              </a:ext>
            </a:extLst>
          </p:cNvPr>
          <p:cNvSpPr/>
          <p:nvPr/>
        </p:nvSpPr>
        <p:spPr>
          <a:xfrm>
            <a:off x="2252870" y="5499652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EE3D45-1A20-4B55-2552-95ABE5313069}"/>
              </a:ext>
            </a:extLst>
          </p:cNvPr>
          <p:cNvSpPr txBox="1"/>
          <p:nvPr/>
        </p:nvSpPr>
        <p:spPr>
          <a:xfrm>
            <a:off x="2469857" y="5583648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GUI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744B52B-CADD-693F-01AB-B3D56A6AA5DC}"/>
              </a:ext>
            </a:extLst>
          </p:cNvPr>
          <p:cNvSpPr/>
          <p:nvPr/>
        </p:nvSpPr>
        <p:spPr>
          <a:xfrm>
            <a:off x="4964072" y="5499652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37952F-FA38-90D1-D9DB-3ACECF4A6C2A}"/>
              </a:ext>
            </a:extLst>
          </p:cNvPr>
          <p:cNvSpPr txBox="1"/>
          <p:nvPr/>
        </p:nvSpPr>
        <p:spPr>
          <a:xfrm>
            <a:off x="5128051" y="5557144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cntrl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89BC7D-19E1-7C61-E387-3548F9DB9FE1}"/>
              </a:ext>
            </a:extLst>
          </p:cNvPr>
          <p:cNvCxnSpPr/>
          <p:nvPr/>
        </p:nvCxnSpPr>
        <p:spPr>
          <a:xfrm>
            <a:off x="3397295" y="5583648"/>
            <a:ext cx="157227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6049D1-05A7-3F7B-6578-059DC1E23CEA}"/>
              </a:ext>
            </a:extLst>
          </p:cNvPr>
          <p:cNvSpPr txBox="1"/>
          <p:nvPr/>
        </p:nvSpPr>
        <p:spPr>
          <a:xfrm>
            <a:off x="3589168" y="5209706"/>
            <a:ext cx="1191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./exp.yaml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C160E5-AD1D-DDD1-C115-1BDE090A9D0F}"/>
              </a:ext>
            </a:extLst>
          </p:cNvPr>
          <p:cNvSpPr/>
          <p:nvPr/>
        </p:nvSpPr>
        <p:spPr>
          <a:xfrm>
            <a:off x="7419348" y="6001244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8C72CF-396A-E890-373D-180EB242C1B3}"/>
              </a:ext>
            </a:extLst>
          </p:cNvPr>
          <p:cNvSpPr txBox="1"/>
          <p:nvPr/>
        </p:nvSpPr>
        <p:spPr>
          <a:xfrm>
            <a:off x="7645720" y="6061959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sim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63AABB2-C08C-54CD-32D0-6ED23280A796}"/>
              </a:ext>
            </a:extLst>
          </p:cNvPr>
          <p:cNvSpPr/>
          <p:nvPr/>
        </p:nvSpPr>
        <p:spPr>
          <a:xfrm rot="20053223">
            <a:off x="6053274" y="5256157"/>
            <a:ext cx="1348600" cy="36933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F0DCAE-575D-EFA4-E012-A2F9F8E55A73}"/>
              </a:ext>
            </a:extLst>
          </p:cNvPr>
          <p:cNvCxnSpPr>
            <a:cxnSpLocks/>
          </p:cNvCxnSpPr>
          <p:nvPr/>
        </p:nvCxnSpPr>
        <p:spPr>
          <a:xfrm>
            <a:off x="7124592" y="5148659"/>
            <a:ext cx="202858" cy="45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9E6E5C-DE45-1279-5343-DFA31152D0D1}"/>
              </a:ext>
            </a:extLst>
          </p:cNvPr>
          <p:cNvCxnSpPr>
            <a:cxnSpLocks/>
          </p:cNvCxnSpPr>
          <p:nvPr/>
        </p:nvCxnSpPr>
        <p:spPr>
          <a:xfrm>
            <a:off x="7282136" y="4956201"/>
            <a:ext cx="56554" cy="192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37E380-2650-40B1-02DE-3BA66B37F5ED}"/>
              </a:ext>
            </a:extLst>
          </p:cNvPr>
          <p:cNvCxnSpPr>
            <a:cxnSpLocks/>
          </p:cNvCxnSpPr>
          <p:nvPr/>
        </p:nvCxnSpPr>
        <p:spPr>
          <a:xfrm>
            <a:off x="6118276" y="5754341"/>
            <a:ext cx="84360" cy="140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7CFE06-B43B-C3D2-5945-A05C86C6BD5A}"/>
              </a:ext>
            </a:extLst>
          </p:cNvPr>
          <p:cNvCxnSpPr>
            <a:cxnSpLocks/>
          </p:cNvCxnSpPr>
          <p:nvPr/>
        </p:nvCxnSpPr>
        <p:spPr>
          <a:xfrm>
            <a:off x="6123998" y="5721597"/>
            <a:ext cx="157276" cy="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8635BCF-0C3A-763C-42DB-00BDC65B4B3E}"/>
              </a:ext>
            </a:extLst>
          </p:cNvPr>
          <p:cNvSpPr txBox="1"/>
          <p:nvPr/>
        </p:nvSpPr>
        <p:spPr>
          <a:xfrm>
            <a:off x="5835256" y="4902031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./args-bld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7DB356F-A8A7-D57F-7222-8A771DB148F7}"/>
              </a:ext>
            </a:extLst>
          </p:cNvPr>
          <p:cNvSpPr/>
          <p:nvPr/>
        </p:nvSpPr>
        <p:spPr>
          <a:xfrm>
            <a:off x="7346650" y="4882913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C3C0AC1-F650-4F99-449D-E134BA8B0F70}"/>
              </a:ext>
            </a:extLst>
          </p:cNvPr>
          <p:cNvSpPr/>
          <p:nvPr/>
        </p:nvSpPr>
        <p:spPr>
          <a:xfrm rot="1114051">
            <a:off x="6101300" y="5930440"/>
            <a:ext cx="1348600" cy="36933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C949C2-DAD5-916F-C524-09D6A58A234C}"/>
              </a:ext>
            </a:extLst>
          </p:cNvPr>
          <p:cNvSpPr txBox="1"/>
          <p:nvPr/>
        </p:nvSpPr>
        <p:spPr>
          <a:xfrm>
            <a:off x="7616279" y="4966322"/>
            <a:ext cx="638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bld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77B7E5-994E-739E-5CB2-0F30AC66DB2E}"/>
              </a:ext>
            </a:extLst>
          </p:cNvPr>
          <p:cNvCxnSpPr>
            <a:cxnSpLocks/>
          </p:cNvCxnSpPr>
          <p:nvPr/>
        </p:nvCxnSpPr>
        <p:spPr>
          <a:xfrm>
            <a:off x="6134966" y="5945955"/>
            <a:ext cx="157276" cy="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74EF0C9-90C2-7ABD-0B2B-BC8B2B543307}"/>
              </a:ext>
            </a:extLst>
          </p:cNvPr>
          <p:cNvCxnSpPr>
            <a:cxnSpLocks/>
          </p:cNvCxnSpPr>
          <p:nvPr/>
        </p:nvCxnSpPr>
        <p:spPr>
          <a:xfrm>
            <a:off x="6130110" y="5960904"/>
            <a:ext cx="84360" cy="140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25A99CD-DC85-BAE6-00AF-D20BC9D705D5}"/>
              </a:ext>
            </a:extLst>
          </p:cNvPr>
          <p:cNvCxnSpPr>
            <a:cxnSpLocks/>
          </p:cNvCxnSpPr>
          <p:nvPr/>
        </p:nvCxnSpPr>
        <p:spPr>
          <a:xfrm>
            <a:off x="7217725" y="6247247"/>
            <a:ext cx="202858" cy="45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933631-9207-9E43-ACC8-B79B7232D6B2}"/>
              </a:ext>
            </a:extLst>
          </p:cNvPr>
          <p:cNvCxnSpPr>
            <a:cxnSpLocks/>
          </p:cNvCxnSpPr>
          <p:nvPr/>
        </p:nvCxnSpPr>
        <p:spPr>
          <a:xfrm>
            <a:off x="7351508" y="6065650"/>
            <a:ext cx="56554" cy="192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9FAD05-AB44-E53A-FE42-D206817287FD}"/>
              </a:ext>
            </a:extLst>
          </p:cNvPr>
          <p:cNvSpPr txBox="1"/>
          <p:nvPr/>
        </p:nvSpPr>
        <p:spPr>
          <a:xfrm>
            <a:off x="5756186" y="633030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results.stdout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A010FD-F46F-B7E3-D389-97D91E45F03F}"/>
              </a:ext>
            </a:extLst>
          </p:cNvPr>
          <p:cNvCxnSpPr>
            <a:cxnSpLocks/>
          </p:cNvCxnSpPr>
          <p:nvPr/>
        </p:nvCxnSpPr>
        <p:spPr>
          <a:xfrm flipH="1">
            <a:off x="3391802" y="5895280"/>
            <a:ext cx="157227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2FFD89-9A20-8A7D-8063-1FD2E1ED9327}"/>
              </a:ext>
            </a:extLst>
          </p:cNvPr>
          <p:cNvCxnSpPr/>
          <p:nvPr/>
        </p:nvCxnSpPr>
        <p:spPr>
          <a:xfrm flipH="1">
            <a:off x="4545265" y="6082748"/>
            <a:ext cx="418807" cy="247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7C5FC29-B43C-551D-8542-8FEC2D3F3EFD}"/>
              </a:ext>
            </a:extLst>
          </p:cNvPr>
          <p:cNvSpPr txBox="1"/>
          <p:nvPr/>
        </p:nvSpPr>
        <p:spPr>
          <a:xfrm>
            <a:off x="3977213" y="629371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plot.png</a:t>
            </a:r>
          </a:p>
        </p:txBody>
      </p:sp>
    </p:spTree>
    <p:extLst>
      <p:ext uri="{BB962C8B-B14F-4D97-AF65-F5344CB8AC3E}">
        <p14:creationId xmlns:p14="http://schemas.microsoft.com/office/powerpoint/2010/main" val="195069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8D5-A167-2774-D7D0-21722382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49378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3600"/>
              <a:t>MrNesbits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5B57-7ABB-D588-81AC-C7457FF3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64" y="957524"/>
            <a:ext cx="11199471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Discrete-event simulation of computer network and applications</a:t>
            </a:r>
          </a:p>
          <a:p>
            <a:pPr lvl="1"/>
            <a:r>
              <a:rPr lang="en-US"/>
              <a:t>Focused on notion of using testbed-based measurements for execution delays</a:t>
            </a:r>
          </a:p>
          <a:p>
            <a:r>
              <a:rPr lang="en-US"/>
              <a:t>Multi-resolution network models, for scalability</a:t>
            </a:r>
          </a:p>
          <a:p>
            <a:r>
              <a:rPr lang="en-US"/>
              <a:t>Text-based model descriptions created by program</a:t>
            </a:r>
          </a:p>
          <a:p>
            <a:pPr lvl="1"/>
            <a:r>
              <a:rPr lang="en-US"/>
              <a:t>API for model development library</a:t>
            </a:r>
          </a:p>
          <a:p>
            <a:pPr lvl="1"/>
            <a:r>
              <a:rPr lang="en-US"/>
              <a:t>API for model descriptions</a:t>
            </a:r>
          </a:p>
          <a:p>
            <a:r>
              <a:rPr lang="en-US"/>
              <a:t>Open-source, through github</a:t>
            </a:r>
          </a:p>
          <a:p>
            <a:pPr lvl="1"/>
            <a:r>
              <a:rPr lang="en-US"/>
              <a:t>But designed for users to integrate private, custom modules</a:t>
            </a:r>
          </a:p>
          <a:p>
            <a:r>
              <a:rPr lang="en-US"/>
              <a:t>Written in Go and python, approx. 10K lines of ‘real’ code</a:t>
            </a:r>
          </a:p>
          <a:p>
            <a:r>
              <a:rPr lang="en-US"/>
              <a:t>Use  GUI to design experiments for system sensitivity studies</a:t>
            </a:r>
          </a:p>
        </p:txBody>
      </p:sp>
    </p:spTree>
    <p:extLst>
      <p:ext uri="{BB962C8B-B14F-4D97-AF65-F5344CB8AC3E}">
        <p14:creationId xmlns:p14="http://schemas.microsoft.com/office/powerpoint/2010/main" val="301930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8D5-A167-2774-D7D0-21722382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49378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3600"/>
              <a:t>MrNesbits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5B57-7ABB-D588-81AC-C7457FF3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64" y="957524"/>
            <a:ext cx="11471959" cy="4351338"/>
          </a:xfrm>
        </p:spPr>
        <p:txBody>
          <a:bodyPr>
            <a:normAutofit/>
          </a:bodyPr>
          <a:lstStyle/>
          <a:p>
            <a:r>
              <a:rPr lang="en-US"/>
              <a:t>Discrete-event simulator of network of devices and applications</a:t>
            </a:r>
          </a:p>
          <a:p>
            <a:r>
              <a:rPr lang="en-US"/>
              <a:t>Multi-resolution network model API, for scalability</a:t>
            </a:r>
          </a:p>
          <a:p>
            <a:r>
              <a:rPr lang="en-US"/>
              <a:t>Open-source, through github</a:t>
            </a:r>
          </a:p>
          <a:p>
            <a:pPr lvl="1"/>
            <a:r>
              <a:rPr lang="en-US"/>
              <a:t>But designed for users to integrate private, custom modules</a:t>
            </a:r>
          </a:p>
          <a:p>
            <a:r>
              <a:rPr lang="en-US"/>
              <a:t>Written in Go and python, approx. 10K lines of code</a:t>
            </a:r>
          </a:p>
          <a:p>
            <a:r>
              <a:rPr lang="en-US"/>
              <a:t>Use  GUI to design experiments for system sensitivity studies</a:t>
            </a:r>
          </a:p>
        </p:txBody>
      </p:sp>
    </p:spTree>
    <p:extLst>
      <p:ext uri="{BB962C8B-B14F-4D97-AF65-F5344CB8AC3E}">
        <p14:creationId xmlns:p14="http://schemas.microsoft.com/office/powerpoint/2010/main" val="21842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20234</TotalTime>
  <Words>374</Words>
  <Application>Microsoft Macintosh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MrNesbits Overview</vt:lpstr>
      <vt:lpstr>MrNesbits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Nicol</dc:creator>
  <cp:lastModifiedBy>David Nicol</cp:lastModifiedBy>
  <cp:revision>7</cp:revision>
  <dcterms:created xsi:type="dcterms:W3CDTF">2024-06-14T14:50:39Z</dcterms:created>
  <dcterms:modified xsi:type="dcterms:W3CDTF">2025-01-10T20:27:39Z</dcterms:modified>
</cp:coreProperties>
</file>