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91"/>
    <p:restoredTop sz="94658"/>
  </p:normalViewPr>
  <p:slideViewPr>
    <p:cSldViewPr snapToGrid="0">
      <p:cViewPr varScale="1">
        <p:scale>
          <a:sx n="120" d="100"/>
          <a:sy n="120" d="100"/>
        </p:scale>
        <p:origin x="1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1841-661F-06C6-2DDF-BF96F59A0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AE542-23DC-6F23-4976-893B00051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EAEF-D3BE-4102-5C72-756CFD13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2A19C-AEC7-CDA2-E899-67B61650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9F37-4FF6-A025-2864-929DA7A6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5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13B8A-07E2-F08D-1963-73C2BADE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A76E9-B2D1-02C8-298D-84EC044DB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9749-ECA2-3EB4-8583-4B02FDC9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9505B-CCFB-C95F-1320-68297BB5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61091-DD8F-B94F-672A-1B7F49C6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93F7-A492-3D3A-2A31-DDB8AAD9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F623C-EFC1-077F-CEAD-F1F9322EB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FF25-5C02-39BC-070D-5CA7668B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CD8EE-0B38-7A0C-834B-56B52C51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E441F-EF72-9F6F-0741-01C4D9FF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9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F6BD-40DB-6B18-8004-1C5C887D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70F0D-F50D-FAE3-F12A-D4339CF2F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FA25C-1238-7EAA-1272-B96957861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20F9A-E446-0783-A260-AB0591F6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0E63E-9FD6-5678-6019-AAE9AE88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04CE-6BCC-5718-FE30-A083324F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A8F0-413D-C8C7-2FAA-981F7AEB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5BE96-BCE9-812D-AC16-400756F5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F298F-5849-8CFD-9D36-808FFA6B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B390C-E53E-68D0-EC13-216BA52D7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0C365-A573-66E3-3D07-3AB36B5D8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9BE0F-8D17-D58F-B5AD-8CA76AF7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6018B-6201-0D78-FB97-E55EF62E6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57A19-AEDB-E9C7-F36E-07E5F02B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5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9A2A-3C0F-A359-10C8-08E7C906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C2C6-05FF-CE44-8625-E4D6FFED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13E43-AB33-C88E-0058-BE9B81CC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4C608-7FA8-8F32-D29B-D4F283B8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9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E873E-0FDF-32CA-EA24-F577C6DC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E9892-4E80-2280-2804-7900E131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FD0FF-E8E2-F702-6B54-64E422FB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2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A619-C434-07B3-758D-AF51C5BD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7567-646C-2FDA-FDBD-47904E502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DAB1-06A9-554D-49D7-FE564A4DF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64D35-3043-E17D-8201-0F44057F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43FDF-2845-7E7A-5D81-C82F9116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82CC5-186D-BA7B-788B-A32D1F6C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3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A6CA-3070-755B-427F-E1F5398F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B7F1E-AD7F-9A23-2C8C-205B344CE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D8243-4E4B-37DD-8099-1FF7207CE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1547A-FAAB-B940-00B9-79CE35D0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AE99E-D1EA-14F5-DE0D-ED01FF75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745BF-1F39-5713-87B2-4CDF9DD8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5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1B16-60FA-338B-7E20-51F914AA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1B677-B1D3-501C-94F8-9609356E6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0CCC6-84EB-D2D0-F875-B3176852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D0B83-2BF8-1EE0-2657-9CEDACFF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D0DD7-A6A3-EF50-AE2E-745CCD46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81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D99002-E951-3A59-3134-D06CA7ECC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6A3D3-B264-EB21-40C0-7247A1E24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C3DCB-B40D-EEF7-D038-F3104E29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FFEFF-C52E-0B4E-0768-B481E2FF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CFB98-7E0D-3966-3400-AA0CEE3B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3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E15188-F721-042F-D7C7-D425C14C4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BC94D-4573-28C2-216F-07EB392D8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C382F-FDBA-C933-4BEF-6D9431635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5DC21-F223-6F45-8FE0-96D5E4041F58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0EE44-4ECD-69A2-2AE4-008723BB9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742D8-EAD3-F4B2-2884-BC108AE40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F4856-68C1-D643-951F-C4D24D48E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4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FFBD2-2D90-8C56-7559-20F2D985A88B}"/>
              </a:ext>
            </a:extLst>
          </p:cNvPr>
          <p:cNvSpPr/>
          <p:nvPr/>
        </p:nvSpPr>
        <p:spPr>
          <a:xfrm>
            <a:off x="410890" y="1558277"/>
            <a:ext cx="1238142" cy="5739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6E160-9998-A639-2B03-C2D6423238BE}"/>
              </a:ext>
            </a:extLst>
          </p:cNvPr>
          <p:cNvSpPr txBox="1"/>
          <p:nvPr/>
        </p:nvSpPr>
        <p:spPr>
          <a:xfrm>
            <a:off x="462305" y="1660586"/>
            <a:ext cx="1028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srtThread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9CE37D-C727-2FD9-BD29-404F405FDC49}"/>
              </a:ext>
            </a:extLst>
          </p:cNvPr>
          <p:cNvSpPr/>
          <p:nvPr/>
        </p:nvSpPr>
        <p:spPr>
          <a:xfrm>
            <a:off x="1879283" y="1558277"/>
            <a:ext cx="1238142" cy="5739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D109D-43CE-0BA6-F5B9-A6AAF159B387}"/>
              </a:ext>
            </a:extLst>
          </p:cNvPr>
          <p:cNvSpPr txBox="1"/>
          <p:nvPr/>
        </p:nvSpPr>
        <p:spPr>
          <a:xfrm>
            <a:off x="1957896" y="1675975"/>
            <a:ext cx="1185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srtMeasure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DB43389-1A9D-8628-FF70-87695356EF0E}"/>
              </a:ext>
            </a:extLst>
          </p:cNvPr>
          <p:cNvGrpSpPr/>
          <p:nvPr/>
        </p:nvGrpSpPr>
        <p:grpSpPr>
          <a:xfrm>
            <a:off x="4494374" y="1585385"/>
            <a:ext cx="859402" cy="557667"/>
            <a:chOff x="5612654" y="1665378"/>
            <a:chExt cx="859402" cy="557667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EE4DA0D-E874-1074-9DAF-A93936921EB3}"/>
                </a:ext>
              </a:extLst>
            </p:cNvPr>
            <p:cNvSpPr/>
            <p:nvPr/>
          </p:nvSpPr>
          <p:spPr>
            <a:xfrm>
              <a:off x="5612654" y="1665378"/>
              <a:ext cx="859402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48677B-5AE1-3D31-033B-F632BA4FFD43}"/>
                </a:ext>
              </a:extLst>
            </p:cNvPr>
            <p:cNvSpPr txBox="1"/>
            <p:nvPr/>
          </p:nvSpPr>
          <p:spPr>
            <a:xfrm>
              <a:off x="5612654" y="1778284"/>
              <a:ext cx="8594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encrypt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684E98-FA45-00AB-EC50-67F67DD492A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649032" y="1845252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80026D8-F176-2E76-4A7C-037F668DB340}"/>
              </a:ext>
            </a:extLst>
          </p:cNvPr>
          <p:cNvGrpSpPr/>
          <p:nvPr/>
        </p:nvGrpSpPr>
        <p:grpSpPr>
          <a:xfrm>
            <a:off x="3326247" y="1558277"/>
            <a:ext cx="953339" cy="584775"/>
            <a:chOff x="2186497" y="2658942"/>
            <a:chExt cx="953339" cy="584775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3581EF07-EBEE-A028-2BB3-B31848E7BEF3}"/>
                </a:ext>
              </a:extLst>
            </p:cNvPr>
            <p:cNvSpPr/>
            <p:nvPr/>
          </p:nvSpPr>
          <p:spPr>
            <a:xfrm>
              <a:off x="2186498" y="2658942"/>
              <a:ext cx="953338" cy="5847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7900A54-DE7E-E2D3-F1F5-75C417B9D7E4}"/>
                </a:ext>
              </a:extLst>
            </p:cNvPr>
            <p:cNvSpPr txBox="1"/>
            <p:nvPr/>
          </p:nvSpPr>
          <p:spPr>
            <a:xfrm>
              <a:off x="2186497" y="2658942"/>
              <a:ext cx="9533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generate</a:t>
              </a:r>
            </a:p>
            <a:p>
              <a:pPr algn="ctr"/>
              <a:r>
                <a:rPr lang="en-US" sz="1600" dirty="0"/>
                <a:t>packet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E239BC6-1E88-55AA-12AB-421DF85496E8}"/>
              </a:ext>
            </a:extLst>
          </p:cNvPr>
          <p:cNvCxnSpPr>
            <a:cxnSpLocks/>
          </p:cNvCxnSpPr>
          <p:nvPr/>
        </p:nvCxnSpPr>
        <p:spPr>
          <a:xfrm>
            <a:off x="3126286" y="1845252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88B4C6-2A37-FE22-9963-2696F9F7F3F1}"/>
              </a:ext>
            </a:extLst>
          </p:cNvPr>
          <p:cNvCxnSpPr>
            <a:cxnSpLocks/>
          </p:cNvCxnSpPr>
          <p:nvPr/>
        </p:nvCxnSpPr>
        <p:spPr>
          <a:xfrm>
            <a:off x="4279585" y="1844771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8B3F3D0-AB9B-9AB9-7E48-E895F0085C24}"/>
              </a:ext>
            </a:extLst>
          </p:cNvPr>
          <p:cNvGrpSpPr/>
          <p:nvPr/>
        </p:nvGrpSpPr>
        <p:grpSpPr>
          <a:xfrm>
            <a:off x="5568564" y="1574560"/>
            <a:ext cx="861005" cy="557667"/>
            <a:chOff x="5612654" y="1665378"/>
            <a:chExt cx="861005" cy="557667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083A645-6F71-130A-2CA7-C41D34A05AFF}"/>
                </a:ext>
              </a:extLst>
            </p:cNvPr>
            <p:cNvSpPr/>
            <p:nvPr/>
          </p:nvSpPr>
          <p:spPr>
            <a:xfrm>
              <a:off x="5612654" y="1665378"/>
              <a:ext cx="859402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43385E-7F54-5891-FC38-3FC89A2C644D}"/>
                </a:ext>
              </a:extLst>
            </p:cNvPr>
            <p:cNvSpPr txBox="1"/>
            <p:nvPr/>
          </p:nvSpPr>
          <p:spPr>
            <a:xfrm>
              <a:off x="5612654" y="1778284"/>
              <a:ext cx="8610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decrypt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595646-3B11-9928-004A-41B702A5BF92}"/>
              </a:ext>
            </a:extLst>
          </p:cNvPr>
          <p:cNvCxnSpPr>
            <a:cxnSpLocks/>
          </p:cNvCxnSpPr>
          <p:nvPr/>
        </p:nvCxnSpPr>
        <p:spPr>
          <a:xfrm>
            <a:off x="5354929" y="1864218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68C458-CEBA-D42B-303D-089D5DDEC2B7}"/>
              </a:ext>
            </a:extLst>
          </p:cNvPr>
          <p:cNvCxnSpPr>
            <a:cxnSpLocks/>
          </p:cNvCxnSpPr>
          <p:nvPr/>
        </p:nvCxnSpPr>
        <p:spPr>
          <a:xfrm>
            <a:off x="6427966" y="1881915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0A1E5C-1974-10B5-4597-8A1E96E14849}"/>
              </a:ext>
            </a:extLst>
          </p:cNvPr>
          <p:cNvGrpSpPr/>
          <p:nvPr/>
        </p:nvGrpSpPr>
        <p:grpSpPr>
          <a:xfrm>
            <a:off x="6641601" y="1589527"/>
            <a:ext cx="953338" cy="584775"/>
            <a:chOff x="2186498" y="2658942"/>
            <a:chExt cx="953338" cy="584775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51409C1-96E3-F388-4FB2-646658E9E3C3}"/>
                </a:ext>
              </a:extLst>
            </p:cNvPr>
            <p:cNvSpPr/>
            <p:nvPr/>
          </p:nvSpPr>
          <p:spPr>
            <a:xfrm>
              <a:off x="2186498" y="2658942"/>
              <a:ext cx="953338" cy="5847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58B0D3-FAFD-95FD-A47A-654536D90790}"/>
                </a:ext>
              </a:extLst>
            </p:cNvPr>
            <p:cNvSpPr txBox="1"/>
            <p:nvPr/>
          </p:nvSpPr>
          <p:spPr>
            <a:xfrm>
              <a:off x="2216377" y="2658942"/>
              <a:ext cx="8935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process</a:t>
              </a:r>
            </a:p>
            <a:p>
              <a:pPr algn="ctr"/>
              <a:r>
                <a:rPr lang="en-US" sz="1600" dirty="0"/>
                <a:t>packet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A83251-8EA5-075B-431F-52ABEF620A2E}"/>
              </a:ext>
            </a:extLst>
          </p:cNvPr>
          <p:cNvGrpSpPr/>
          <p:nvPr/>
        </p:nvGrpSpPr>
        <p:grpSpPr>
          <a:xfrm>
            <a:off x="9279573" y="1620927"/>
            <a:ext cx="1238142" cy="573950"/>
            <a:chOff x="7797872" y="1594939"/>
            <a:chExt cx="1238142" cy="57395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30A5F74-031E-1076-4B38-41D7944D2335}"/>
                </a:ext>
              </a:extLst>
            </p:cNvPr>
            <p:cNvSpPr/>
            <p:nvPr/>
          </p:nvSpPr>
          <p:spPr>
            <a:xfrm>
              <a:off x="7797872" y="1594939"/>
              <a:ext cx="1238142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A733A5-037A-CE74-0A07-03A1BD1E6D7C}"/>
                </a:ext>
              </a:extLst>
            </p:cNvPr>
            <p:cNvSpPr txBox="1"/>
            <p:nvPr/>
          </p:nvSpPr>
          <p:spPr>
            <a:xfrm>
              <a:off x="7849287" y="1697248"/>
              <a:ext cx="11308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endThread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85A7B7-BCC6-AD10-FF49-5168CB819C1C}"/>
              </a:ext>
            </a:extLst>
          </p:cNvPr>
          <p:cNvGrpSpPr/>
          <p:nvPr/>
        </p:nvGrpSpPr>
        <p:grpSpPr>
          <a:xfrm>
            <a:off x="7806971" y="1600352"/>
            <a:ext cx="1287917" cy="573950"/>
            <a:chOff x="9255051" y="1594939"/>
            <a:chExt cx="1287917" cy="57395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CC3C4F5-19BD-0227-7242-477D75C8AF23}"/>
                </a:ext>
              </a:extLst>
            </p:cNvPr>
            <p:cNvSpPr/>
            <p:nvPr/>
          </p:nvSpPr>
          <p:spPr>
            <a:xfrm>
              <a:off x="9266265" y="1594939"/>
              <a:ext cx="1238142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D881C11-FC0E-557C-0B5D-A76A9441D3A6}"/>
                </a:ext>
              </a:extLst>
            </p:cNvPr>
            <p:cNvSpPr txBox="1"/>
            <p:nvPr/>
          </p:nvSpPr>
          <p:spPr>
            <a:xfrm>
              <a:off x="9255051" y="1697248"/>
              <a:ext cx="12879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endMeasure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C144AE-538A-FF78-F35C-1007B2A31F0E}"/>
              </a:ext>
            </a:extLst>
          </p:cNvPr>
          <p:cNvCxnSpPr>
            <a:cxnSpLocks/>
          </p:cNvCxnSpPr>
          <p:nvPr/>
        </p:nvCxnSpPr>
        <p:spPr>
          <a:xfrm>
            <a:off x="7596958" y="1881914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A8AA75-0804-49C9-00F1-53B8B109D4B5}"/>
              </a:ext>
            </a:extLst>
          </p:cNvPr>
          <p:cNvCxnSpPr>
            <a:cxnSpLocks/>
          </p:cNvCxnSpPr>
          <p:nvPr/>
        </p:nvCxnSpPr>
        <p:spPr>
          <a:xfrm>
            <a:off x="9056327" y="1881914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6A38425-8526-F34F-7C27-3347A8C5574A}"/>
              </a:ext>
            </a:extLst>
          </p:cNvPr>
          <p:cNvSpPr/>
          <p:nvPr/>
        </p:nvSpPr>
        <p:spPr>
          <a:xfrm>
            <a:off x="507823" y="3730864"/>
            <a:ext cx="1238142" cy="5739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640541-E178-C2CD-0B3D-58311F033A41}"/>
              </a:ext>
            </a:extLst>
          </p:cNvPr>
          <p:cNvSpPr txBox="1"/>
          <p:nvPr/>
        </p:nvSpPr>
        <p:spPr>
          <a:xfrm>
            <a:off x="559238" y="3833173"/>
            <a:ext cx="1028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srtThread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870C8F-FDB1-A921-CFF1-12EE7B553948}"/>
              </a:ext>
            </a:extLst>
          </p:cNvPr>
          <p:cNvSpPr/>
          <p:nvPr/>
        </p:nvSpPr>
        <p:spPr>
          <a:xfrm>
            <a:off x="1976216" y="3730864"/>
            <a:ext cx="1238142" cy="5739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C19D8B-701E-094B-1032-1BB2F5AEED4C}"/>
              </a:ext>
            </a:extLst>
          </p:cNvPr>
          <p:cNvSpPr txBox="1"/>
          <p:nvPr/>
        </p:nvSpPr>
        <p:spPr>
          <a:xfrm>
            <a:off x="2054829" y="3848562"/>
            <a:ext cx="1185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srtMeasure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8D9D93-9790-6493-BA69-7EC906468860}"/>
              </a:ext>
            </a:extLst>
          </p:cNvPr>
          <p:cNvGrpSpPr/>
          <p:nvPr/>
        </p:nvGrpSpPr>
        <p:grpSpPr>
          <a:xfrm>
            <a:off x="4586769" y="3744417"/>
            <a:ext cx="863940" cy="584775"/>
            <a:chOff x="5608116" y="1651823"/>
            <a:chExt cx="863940" cy="58477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6F514966-9C3E-CD34-8539-DEED0165F52F}"/>
                </a:ext>
              </a:extLst>
            </p:cNvPr>
            <p:cNvSpPr/>
            <p:nvPr/>
          </p:nvSpPr>
          <p:spPr>
            <a:xfrm>
              <a:off x="5612654" y="1665378"/>
              <a:ext cx="859402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C550AB-F7EA-2D1E-81C8-32B756A26F9E}"/>
                </a:ext>
              </a:extLst>
            </p:cNvPr>
            <p:cNvSpPr txBox="1"/>
            <p:nvPr/>
          </p:nvSpPr>
          <p:spPr>
            <a:xfrm>
              <a:off x="5608116" y="1651823"/>
              <a:ext cx="8594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request</a:t>
              </a:r>
            </a:p>
            <a:p>
              <a:r>
                <a:rPr lang="en-US" sz="1600" dirty="0"/>
                <a:t>encrypt</a:t>
              </a: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CCB195-50B2-6991-76F9-44428B313392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745965" y="4017839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ADD48D-E4E1-F8F4-2576-C5201DC1E537}"/>
              </a:ext>
            </a:extLst>
          </p:cNvPr>
          <p:cNvGrpSpPr/>
          <p:nvPr/>
        </p:nvGrpSpPr>
        <p:grpSpPr>
          <a:xfrm>
            <a:off x="3423180" y="3730864"/>
            <a:ext cx="953339" cy="584775"/>
            <a:chOff x="2186497" y="2658942"/>
            <a:chExt cx="953339" cy="584775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0DA5CD7-EE18-2722-92F3-FF08964FD28B}"/>
                </a:ext>
              </a:extLst>
            </p:cNvPr>
            <p:cNvSpPr/>
            <p:nvPr/>
          </p:nvSpPr>
          <p:spPr>
            <a:xfrm>
              <a:off x="2186498" y="2658942"/>
              <a:ext cx="953338" cy="5847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F71B0E-B8E0-547F-7C68-D675F01B3221}"/>
                </a:ext>
              </a:extLst>
            </p:cNvPr>
            <p:cNvSpPr txBox="1"/>
            <p:nvPr/>
          </p:nvSpPr>
          <p:spPr>
            <a:xfrm>
              <a:off x="2186497" y="2658942"/>
              <a:ext cx="9533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generate</a:t>
              </a:r>
            </a:p>
            <a:p>
              <a:pPr algn="ctr"/>
              <a:r>
                <a:rPr lang="en-US" sz="1600" dirty="0"/>
                <a:t>packet</a:t>
              </a:r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9ACB5A-7846-767C-0EEF-FD47FB22BE11}"/>
              </a:ext>
            </a:extLst>
          </p:cNvPr>
          <p:cNvCxnSpPr>
            <a:cxnSpLocks/>
          </p:cNvCxnSpPr>
          <p:nvPr/>
        </p:nvCxnSpPr>
        <p:spPr>
          <a:xfrm>
            <a:off x="3223219" y="4017839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09641CD-23AA-0E27-4F4B-D650944D35D5}"/>
              </a:ext>
            </a:extLst>
          </p:cNvPr>
          <p:cNvCxnSpPr>
            <a:cxnSpLocks/>
          </p:cNvCxnSpPr>
          <p:nvPr/>
        </p:nvCxnSpPr>
        <p:spPr>
          <a:xfrm>
            <a:off x="4376518" y="4017358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6F9BFA1-7366-4BEC-91A5-C631BF49A0FD}"/>
              </a:ext>
            </a:extLst>
          </p:cNvPr>
          <p:cNvGrpSpPr/>
          <p:nvPr/>
        </p:nvGrpSpPr>
        <p:grpSpPr>
          <a:xfrm>
            <a:off x="5654221" y="3744416"/>
            <a:ext cx="870678" cy="584775"/>
            <a:chOff x="5601378" y="1662647"/>
            <a:chExt cx="870678" cy="584775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559BE244-58CC-1F8D-9FFD-1FFB80E3EFCD}"/>
                </a:ext>
              </a:extLst>
            </p:cNvPr>
            <p:cNvSpPr/>
            <p:nvPr/>
          </p:nvSpPr>
          <p:spPr>
            <a:xfrm>
              <a:off x="5612654" y="1665378"/>
              <a:ext cx="859402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52EF3B-99CB-49B8-8E47-A1705AA5079F}"/>
                </a:ext>
              </a:extLst>
            </p:cNvPr>
            <p:cNvSpPr txBox="1"/>
            <p:nvPr/>
          </p:nvSpPr>
          <p:spPr>
            <a:xfrm>
              <a:off x="5601378" y="1662647"/>
              <a:ext cx="8610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request</a:t>
              </a:r>
            </a:p>
            <a:p>
              <a:r>
                <a:rPr lang="en-US" sz="1600" dirty="0"/>
                <a:t>decrypt</a:t>
              </a: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C372FC-496E-067B-3A78-31D90F4FB879}"/>
              </a:ext>
            </a:extLst>
          </p:cNvPr>
          <p:cNvCxnSpPr>
            <a:cxnSpLocks/>
          </p:cNvCxnSpPr>
          <p:nvPr/>
        </p:nvCxnSpPr>
        <p:spPr>
          <a:xfrm>
            <a:off x="5451862" y="4036805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304465-5713-9D65-6186-3453AB4C888B}"/>
              </a:ext>
            </a:extLst>
          </p:cNvPr>
          <p:cNvCxnSpPr>
            <a:cxnSpLocks/>
          </p:cNvCxnSpPr>
          <p:nvPr/>
        </p:nvCxnSpPr>
        <p:spPr>
          <a:xfrm>
            <a:off x="6524899" y="4054502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5651B52-A401-7998-36C0-B718AF90BE61}"/>
              </a:ext>
            </a:extLst>
          </p:cNvPr>
          <p:cNvGrpSpPr/>
          <p:nvPr/>
        </p:nvGrpSpPr>
        <p:grpSpPr>
          <a:xfrm>
            <a:off x="6738534" y="3762114"/>
            <a:ext cx="953338" cy="584775"/>
            <a:chOff x="2186498" y="2658942"/>
            <a:chExt cx="953338" cy="584775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4370C32E-C3DA-4A11-B5A9-8A83740B40B3}"/>
                </a:ext>
              </a:extLst>
            </p:cNvPr>
            <p:cNvSpPr/>
            <p:nvPr/>
          </p:nvSpPr>
          <p:spPr>
            <a:xfrm>
              <a:off x="2186498" y="2658942"/>
              <a:ext cx="953338" cy="5847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F376039-AB10-A88F-6368-E2C8E50D1643}"/>
                </a:ext>
              </a:extLst>
            </p:cNvPr>
            <p:cNvSpPr txBox="1"/>
            <p:nvPr/>
          </p:nvSpPr>
          <p:spPr>
            <a:xfrm>
              <a:off x="2216377" y="2658942"/>
              <a:ext cx="8935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process</a:t>
              </a:r>
            </a:p>
            <a:p>
              <a:pPr algn="ctr"/>
              <a:r>
                <a:rPr lang="en-US" sz="1600" dirty="0"/>
                <a:t>packet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58F7F4-681F-E7B9-0311-3A3934F368FB}"/>
              </a:ext>
            </a:extLst>
          </p:cNvPr>
          <p:cNvGrpSpPr/>
          <p:nvPr/>
        </p:nvGrpSpPr>
        <p:grpSpPr>
          <a:xfrm>
            <a:off x="9376506" y="3793514"/>
            <a:ext cx="1238142" cy="573950"/>
            <a:chOff x="7797872" y="1594939"/>
            <a:chExt cx="1238142" cy="573950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D16FA77F-4121-CBC9-F74F-A00ABC569D53}"/>
                </a:ext>
              </a:extLst>
            </p:cNvPr>
            <p:cNvSpPr/>
            <p:nvPr/>
          </p:nvSpPr>
          <p:spPr>
            <a:xfrm>
              <a:off x="7797872" y="1594939"/>
              <a:ext cx="1238142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0DB8E1-F3FF-1714-3468-31B2E98B92F1}"/>
                </a:ext>
              </a:extLst>
            </p:cNvPr>
            <p:cNvSpPr txBox="1"/>
            <p:nvPr/>
          </p:nvSpPr>
          <p:spPr>
            <a:xfrm>
              <a:off x="7849287" y="1697248"/>
              <a:ext cx="11308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endThread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59E287C-E7D3-E1BA-BF14-ADA26628577F}"/>
              </a:ext>
            </a:extLst>
          </p:cNvPr>
          <p:cNvGrpSpPr/>
          <p:nvPr/>
        </p:nvGrpSpPr>
        <p:grpSpPr>
          <a:xfrm>
            <a:off x="7903904" y="3772939"/>
            <a:ext cx="1287917" cy="573950"/>
            <a:chOff x="9255051" y="1594939"/>
            <a:chExt cx="1287917" cy="573950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C2512E71-28F2-6B91-8998-B90B4A03907F}"/>
                </a:ext>
              </a:extLst>
            </p:cNvPr>
            <p:cNvSpPr/>
            <p:nvPr/>
          </p:nvSpPr>
          <p:spPr>
            <a:xfrm>
              <a:off x="9266265" y="1594939"/>
              <a:ext cx="1238142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E6A6E9-F142-6C03-4486-D4E6A5203199}"/>
                </a:ext>
              </a:extLst>
            </p:cNvPr>
            <p:cNvSpPr txBox="1"/>
            <p:nvPr/>
          </p:nvSpPr>
          <p:spPr>
            <a:xfrm>
              <a:off x="9255051" y="1697248"/>
              <a:ext cx="12879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endMeasure</a:t>
              </a: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71DAE1C-0FC6-7317-E381-7509FEB1BF9B}"/>
              </a:ext>
            </a:extLst>
          </p:cNvPr>
          <p:cNvCxnSpPr>
            <a:cxnSpLocks/>
          </p:cNvCxnSpPr>
          <p:nvPr/>
        </p:nvCxnSpPr>
        <p:spPr>
          <a:xfrm>
            <a:off x="7693891" y="4054501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570FCDE-C814-E084-EACE-833A094B17C1}"/>
              </a:ext>
            </a:extLst>
          </p:cNvPr>
          <p:cNvCxnSpPr>
            <a:cxnSpLocks/>
          </p:cNvCxnSpPr>
          <p:nvPr/>
        </p:nvCxnSpPr>
        <p:spPr>
          <a:xfrm>
            <a:off x="9153260" y="4054501"/>
            <a:ext cx="2136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7EEFD71-34E2-1C55-476F-78B7692EDF80}"/>
              </a:ext>
            </a:extLst>
          </p:cNvPr>
          <p:cNvGrpSpPr/>
          <p:nvPr/>
        </p:nvGrpSpPr>
        <p:grpSpPr>
          <a:xfrm>
            <a:off x="5138863" y="4718034"/>
            <a:ext cx="859402" cy="584775"/>
            <a:chOff x="5612654" y="1665378"/>
            <a:chExt cx="859402" cy="584775"/>
          </a:xfrm>
        </p:grpSpPr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37880899-110C-CCC2-89FA-D3E2606B7393}"/>
                </a:ext>
              </a:extLst>
            </p:cNvPr>
            <p:cNvSpPr/>
            <p:nvPr/>
          </p:nvSpPr>
          <p:spPr>
            <a:xfrm>
              <a:off x="5612654" y="1665378"/>
              <a:ext cx="859402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7822FF3-450A-624D-5D0C-C49DB5F12065}"/>
                </a:ext>
              </a:extLst>
            </p:cNvPr>
            <p:cNvSpPr txBox="1"/>
            <p:nvPr/>
          </p:nvSpPr>
          <p:spPr>
            <a:xfrm>
              <a:off x="5681204" y="1665378"/>
              <a:ext cx="7509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crypto</a:t>
              </a:r>
            </a:p>
            <a:p>
              <a:r>
                <a:rPr lang="en-US" sz="1600" dirty="0"/>
                <a:t>server</a:t>
              </a:r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A795629-285C-8CB7-24EA-082BDFBC9248}"/>
              </a:ext>
            </a:extLst>
          </p:cNvPr>
          <p:cNvCxnSpPr>
            <a:cxnSpLocks/>
          </p:cNvCxnSpPr>
          <p:nvPr/>
        </p:nvCxnSpPr>
        <p:spPr>
          <a:xfrm>
            <a:off x="5102761" y="4337221"/>
            <a:ext cx="310568" cy="35923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0DC794C-A857-BEE0-4419-652DD1E0E5F6}"/>
              </a:ext>
            </a:extLst>
          </p:cNvPr>
          <p:cNvCxnSpPr>
            <a:cxnSpLocks/>
          </p:cNvCxnSpPr>
          <p:nvPr/>
        </p:nvCxnSpPr>
        <p:spPr>
          <a:xfrm flipH="1">
            <a:off x="5732242" y="4330597"/>
            <a:ext cx="310568" cy="35923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32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D71E-2997-A6C3-8381-C5A5F11CD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01D77C74-1F01-5E5C-BADB-81C78058BF58}"/>
              </a:ext>
            </a:extLst>
          </p:cNvPr>
          <p:cNvSpPr/>
          <p:nvPr/>
        </p:nvSpPr>
        <p:spPr>
          <a:xfrm>
            <a:off x="391870" y="225911"/>
            <a:ext cx="9714156" cy="23344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050CD1F-0DBB-75DC-ECE7-015AED5C6E92}"/>
              </a:ext>
            </a:extLst>
          </p:cNvPr>
          <p:cNvGrpSpPr/>
          <p:nvPr/>
        </p:nvGrpSpPr>
        <p:grpSpPr>
          <a:xfrm>
            <a:off x="2478431" y="1612354"/>
            <a:ext cx="7549051" cy="598609"/>
            <a:chOff x="204968" y="686450"/>
            <a:chExt cx="7549051" cy="598609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4DF0E79D-057E-81A9-D057-D452960013B9}"/>
                </a:ext>
              </a:extLst>
            </p:cNvPr>
            <p:cNvSpPr/>
            <p:nvPr/>
          </p:nvSpPr>
          <p:spPr>
            <a:xfrm>
              <a:off x="233212" y="686450"/>
              <a:ext cx="1200907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F267386-C6E4-1B25-A370-48CED0414A19}"/>
                </a:ext>
              </a:extLst>
            </p:cNvPr>
            <p:cNvSpPr txBox="1"/>
            <p:nvPr/>
          </p:nvSpPr>
          <p:spPr>
            <a:xfrm>
              <a:off x="204968" y="804148"/>
              <a:ext cx="12009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startThread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C1819361-D082-ABC1-1FEF-4723B96FDF52}"/>
                </a:ext>
              </a:extLst>
            </p:cNvPr>
            <p:cNvSpPr/>
            <p:nvPr/>
          </p:nvSpPr>
          <p:spPr>
            <a:xfrm>
              <a:off x="2206575" y="686450"/>
              <a:ext cx="1329755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44E7E2-F480-45A1-50B8-163C2AE62B6A}"/>
                </a:ext>
              </a:extLst>
            </p:cNvPr>
            <p:cNvSpPr txBox="1"/>
            <p:nvPr/>
          </p:nvSpPr>
          <p:spPr>
            <a:xfrm>
              <a:off x="2192452" y="785024"/>
              <a:ext cx="13580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startMeasure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2A5E84-EE9B-6E80-1F8A-FCC59B28BDB5}"/>
                </a:ext>
              </a:extLst>
            </p:cNvPr>
            <p:cNvGrpSpPr/>
            <p:nvPr/>
          </p:nvGrpSpPr>
          <p:grpSpPr>
            <a:xfrm>
              <a:off x="6404099" y="703309"/>
              <a:ext cx="1349920" cy="557667"/>
              <a:chOff x="5612654" y="1665378"/>
              <a:chExt cx="491468" cy="557667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30821286-7043-427A-BA9C-6320D5D20D96}"/>
                  </a:ext>
                </a:extLst>
              </p:cNvPr>
              <p:cNvSpPr/>
              <p:nvPr/>
            </p:nvSpPr>
            <p:spPr>
              <a:xfrm>
                <a:off x="5612654" y="1665378"/>
                <a:ext cx="477349" cy="557667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31E7D39-9504-DBCD-1396-95E7F99D2639}"/>
                  </a:ext>
                </a:extLst>
              </p:cNvPr>
              <p:cNvSpPr txBox="1"/>
              <p:nvPr/>
            </p:nvSpPr>
            <p:spPr>
              <a:xfrm>
                <a:off x="5612654" y="1774934"/>
                <a:ext cx="4914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accelEncrypt</a:t>
                </a: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4AB9B37-9D94-57CD-4EB8-79805E355E41}"/>
                </a:ext>
              </a:extLst>
            </p:cNvPr>
            <p:cNvCxnSpPr>
              <a:cxnSpLocks/>
            </p:cNvCxnSpPr>
            <p:nvPr/>
          </p:nvCxnSpPr>
          <p:spPr>
            <a:xfrm>
              <a:off x="1434119" y="973425"/>
              <a:ext cx="74421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A298924-A2CB-BDE1-D0E1-8D8629E92F0F}"/>
                </a:ext>
              </a:extLst>
            </p:cNvPr>
            <p:cNvGrpSpPr/>
            <p:nvPr/>
          </p:nvGrpSpPr>
          <p:grpSpPr>
            <a:xfrm>
              <a:off x="4287769" y="700284"/>
              <a:ext cx="1358001" cy="584775"/>
              <a:chOff x="2186498" y="2658942"/>
              <a:chExt cx="953338" cy="584775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4A2001BF-14BB-8FD9-502B-3E787ABFBED5}"/>
                  </a:ext>
                </a:extLst>
              </p:cNvPr>
              <p:cNvSpPr/>
              <p:nvPr/>
            </p:nvSpPr>
            <p:spPr>
              <a:xfrm>
                <a:off x="2186498" y="2658942"/>
                <a:ext cx="953338" cy="58477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B85268-81AD-4E88-A129-86E7ADAF0A22}"/>
                  </a:ext>
                </a:extLst>
              </p:cNvPr>
              <p:cNvSpPr txBox="1"/>
              <p:nvPr/>
            </p:nvSpPr>
            <p:spPr>
              <a:xfrm>
                <a:off x="2425611" y="2743682"/>
                <a:ext cx="4751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generatePckt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A7CAA2-5AB8-73AE-095A-491C56E83873}"/>
                </a:ext>
              </a:extLst>
            </p:cNvPr>
            <p:cNvSpPr txBox="1"/>
            <p:nvPr/>
          </p:nvSpPr>
          <p:spPr>
            <a:xfrm>
              <a:off x="1405874" y="705144"/>
              <a:ext cx="7724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measure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3919BB5-5B0D-DDE6-DDF6-D9F4BF010035}"/>
                </a:ext>
              </a:extLst>
            </p:cNvPr>
            <p:cNvCxnSpPr>
              <a:cxnSpLocks/>
            </p:cNvCxnSpPr>
            <p:nvPr/>
          </p:nvCxnSpPr>
          <p:spPr>
            <a:xfrm>
              <a:off x="3522623" y="954731"/>
              <a:ext cx="74421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FBB3CFD-43B9-D4CA-0A1C-F0D3DF1A25D5}"/>
                </a:ext>
              </a:extLst>
            </p:cNvPr>
            <p:cNvSpPr txBox="1"/>
            <p:nvPr/>
          </p:nvSpPr>
          <p:spPr>
            <a:xfrm>
              <a:off x="3494378" y="686450"/>
              <a:ext cx="765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generate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3A1B482-3DB5-91B0-2137-D8B2B3B0FE30}"/>
                </a:ext>
              </a:extLst>
            </p:cNvPr>
            <p:cNvSpPr txBox="1"/>
            <p:nvPr/>
          </p:nvSpPr>
          <p:spPr>
            <a:xfrm>
              <a:off x="5660953" y="686450"/>
              <a:ext cx="6903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C985A70-390E-FD1B-F9E3-66E5DDCB8F04}"/>
                </a:ext>
              </a:extLst>
            </p:cNvPr>
            <p:cNvCxnSpPr>
              <a:cxnSpLocks/>
            </p:cNvCxnSpPr>
            <p:nvPr/>
          </p:nvCxnSpPr>
          <p:spPr>
            <a:xfrm>
              <a:off x="5645770" y="954301"/>
              <a:ext cx="74421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4AB8095-86C5-EFDB-F70F-935561B251D4}"/>
              </a:ext>
            </a:extLst>
          </p:cNvPr>
          <p:cNvGrpSpPr/>
          <p:nvPr/>
        </p:nvGrpSpPr>
        <p:grpSpPr>
          <a:xfrm>
            <a:off x="8660124" y="727199"/>
            <a:ext cx="1172180" cy="557667"/>
            <a:chOff x="5612654" y="1665378"/>
            <a:chExt cx="426758" cy="557667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69ADED9F-31F4-A56E-D534-DEC941C20E29}"/>
                </a:ext>
              </a:extLst>
            </p:cNvPr>
            <p:cNvSpPr/>
            <p:nvPr/>
          </p:nvSpPr>
          <p:spPr>
            <a:xfrm>
              <a:off x="5612654" y="1665378"/>
              <a:ext cx="415870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C6259DC-1F05-91BA-D0AA-F10D5A53B0CB}"/>
                </a:ext>
              </a:extLst>
            </p:cNvPr>
            <p:cNvSpPr txBox="1"/>
            <p:nvPr/>
          </p:nvSpPr>
          <p:spPr>
            <a:xfrm>
              <a:off x="5612654" y="1774934"/>
              <a:ext cx="4267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validateSrc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48E0FA3-5974-D3AA-69A7-8308BE44C3C4}"/>
              </a:ext>
            </a:extLst>
          </p:cNvPr>
          <p:cNvGrpSpPr/>
          <p:nvPr/>
        </p:nvGrpSpPr>
        <p:grpSpPr>
          <a:xfrm>
            <a:off x="6522518" y="745473"/>
            <a:ext cx="1370760" cy="557667"/>
            <a:chOff x="5612654" y="1665378"/>
            <a:chExt cx="430565" cy="557667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43EC5938-1B7A-B4B3-FA98-8A94A5E46B65}"/>
                </a:ext>
              </a:extLst>
            </p:cNvPr>
            <p:cNvSpPr/>
            <p:nvPr/>
          </p:nvSpPr>
          <p:spPr>
            <a:xfrm>
              <a:off x="5612654" y="1665378"/>
              <a:ext cx="415870" cy="55766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78960C2-3F7E-06D1-5D33-7771E39FF8DF}"/>
                </a:ext>
              </a:extLst>
            </p:cNvPr>
            <p:cNvSpPr txBox="1"/>
            <p:nvPr/>
          </p:nvSpPr>
          <p:spPr>
            <a:xfrm>
              <a:off x="5612654" y="1774934"/>
              <a:ext cx="4305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accelDecrypt</a:t>
              </a: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7F14B20-46BF-877B-D11D-E2B9DC183497}"/>
              </a:ext>
            </a:extLst>
          </p:cNvPr>
          <p:cNvCxnSpPr>
            <a:cxnSpLocks/>
          </p:cNvCxnSpPr>
          <p:nvPr/>
        </p:nvCxnSpPr>
        <p:spPr>
          <a:xfrm flipH="1">
            <a:off x="7900065" y="1006032"/>
            <a:ext cx="7442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5000F01-97B6-8F6C-FF57-F70A7D7F4088}"/>
              </a:ext>
            </a:extLst>
          </p:cNvPr>
          <p:cNvSpPr txBox="1"/>
          <p:nvPr/>
        </p:nvSpPr>
        <p:spPr>
          <a:xfrm>
            <a:off x="7967308" y="745473"/>
            <a:ext cx="6919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decrypt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C204C74-FDC8-675C-B1C7-CD230E41E140}"/>
              </a:ext>
            </a:extLst>
          </p:cNvPr>
          <p:cNvGrpSpPr/>
          <p:nvPr/>
        </p:nvGrpSpPr>
        <p:grpSpPr>
          <a:xfrm>
            <a:off x="4421113" y="750227"/>
            <a:ext cx="1358001" cy="584775"/>
            <a:chOff x="2186498" y="2658942"/>
            <a:chExt cx="953338" cy="584775"/>
          </a:xfrm>
        </p:grpSpPr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5BBB8956-B8CB-5996-7AC9-5437AFF23BC0}"/>
                </a:ext>
              </a:extLst>
            </p:cNvPr>
            <p:cNvSpPr/>
            <p:nvPr/>
          </p:nvSpPr>
          <p:spPr>
            <a:xfrm>
              <a:off x="2186498" y="2658942"/>
              <a:ext cx="953338" cy="5847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3536BF-E84A-45A0-4590-BA683A2667E8}"/>
                </a:ext>
              </a:extLst>
            </p:cNvPr>
            <p:cNvSpPr txBox="1"/>
            <p:nvPr/>
          </p:nvSpPr>
          <p:spPr>
            <a:xfrm>
              <a:off x="2232424" y="2782052"/>
              <a:ext cx="8409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processRtn</a:t>
              </a:r>
            </a:p>
          </p:txBody>
        </p:sp>
      </p:grp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F1A900D-7211-20F4-4CF2-7947E2B9DEAB}"/>
              </a:ext>
            </a:extLst>
          </p:cNvPr>
          <p:cNvCxnSpPr>
            <a:cxnSpLocks/>
          </p:cNvCxnSpPr>
          <p:nvPr/>
        </p:nvCxnSpPr>
        <p:spPr>
          <a:xfrm flipH="1">
            <a:off x="5778308" y="1029020"/>
            <a:ext cx="7442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46F9E32-AF8C-E17B-3F36-158E9C660EA1}"/>
              </a:ext>
            </a:extLst>
          </p:cNvPr>
          <p:cNvSpPr txBox="1"/>
          <p:nvPr/>
        </p:nvSpPr>
        <p:spPr>
          <a:xfrm>
            <a:off x="5839421" y="758464"/>
            <a:ext cx="717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process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C52BA8A-AB0D-7C65-99AE-FA9E06A68FD0}"/>
              </a:ext>
            </a:extLst>
          </p:cNvPr>
          <p:cNvGrpSpPr/>
          <p:nvPr/>
        </p:nvGrpSpPr>
        <p:grpSpPr>
          <a:xfrm>
            <a:off x="2326531" y="741393"/>
            <a:ext cx="1358001" cy="584775"/>
            <a:chOff x="2186498" y="2658942"/>
            <a:chExt cx="953338" cy="584775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6AD2B963-57D6-E3F4-A081-4E09FEE9ECAE}"/>
                </a:ext>
              </a:extLst>
            </p:cNvPr>
            <p:cNvSpPr/>
            <p:nvPr/>
          </p:nvSpPr>
          <p:spPr>
            <a:xfrm>
              <a:off x="2186498" y="2658942"/>
              <a:ext cx="953338" cy="5847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55AEA6B-4A1F-772C-BF6D-7003EB13FFA5}"/>
                </a:ext>
              </a:extLst>
            </p:cNvPr>
            <p:cNvSpPr txBox="1"/>
            <p:nvPr/>
          </p:nvSpPr>
          <p:spPr>
            <a:xfrm>
              <a:off x="2200849" y="2782052"/>
              <a:ext cx="9041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endMeasure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BD920C38-3471-FE0E-5FD9-894E2BB5057D}"/>
              </a:ext>
            </a:extLst>
          </p:cNvPr>
          <p:cNvSpPr txBox="1"/>
          <p:nvPr/>
        </p:nvSpPr>
        <p:spPr>
          <a:xfrm>
            <a:off x="3699270" y="768501"/>
            <a:ext cx="772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measure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B38D566-5D9F-BB12-3DAD-A0615174358B}"/>
              </a:ext>
            </a:extLst>
          </p:cNvPr>
          <p:cNvCxnSpPr>
            <a:cxnSpLocks/>
          </p:cNvCxnSpPr>
          <p:nvPr/>
        </p:nvCxnSpPr>
        <p:spPr>
          <a:xfrm flipH="1">
            <a:off x="3675481" y="1052048"/>
            <a:ext cx="7442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D73C733-5485-637D-EBE4-1905D6DDDF88}"/>
              </a:ext>
            </a:extLst>
          </p:cNvPr>
          <p:cNvSpPr/>
          <p:nvPr/>
        </p:nvSpPr>
        <p:spPr>
          <a:xfrm>
            <a:off x="664590" y="742045"/>
            <a:ext cx="1124841" cy="5739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EAC0D6-B3F1-827F-8B20-89AA44D00C58}"/>
              </a:ext>
            </a:extLst>
          </p:cNvPr>
          <p:cNvSpPr txBox="1"/>
          <p:nvPr/>
        </p:nvSpPr>
        <p:spPr>
          <a:xfrm>
            <a:off x="670544" y="882426"/>
            <a:ext cx="1130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endThread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2345E8C-85F0-2821-17A9-BF205E709AD3}"/>
              </a:ext>
            </a:extLst>
          </p:cNvPr>
          <p:cNvCxnSpPr>
            <a:cxnSpLocks/>
          </p:cNvCxnSpPr>
          <p:nvPr/>
        </p:nvCxnSpPr>
        <p:spPr>
          <a:xfrm flipH="1">
            <a:off x="1800774" y="1029020"/>
            <a:ext cx="524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FBD68A0-34FD-0FF0-27A6-54E3337FED34}"/>
              </a:ext>
            </a:extLst>
          </p:cNvPr>
          <p:cNvSpPr txBox="1"/>
          <p:nvPr/>
        </p:nvSpPr>
        <p:spPr>
          <a:xfrm>
            <a:off x="1774994" y="752021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finish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A8CECAD-8FE3-C0CF-EAF8-862C94665CF2}"/>
              </a:ext>
            </a:extLst>
          </p:cNvPr>
          <p:cNvSpPr txBox="1"/>
          <p:nvPr/>
        </p:nvSpPr>
        <p:spPr>
          <a:xfrm>
            <a:off x="4735381" y="260053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HMI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0FCEE335-BF04-2DE3-5592-CD6F770C5D8C}"/>
              </a:ext>
            </a:extLst>
          </p:cNvPr>
          <p:cNvSpPr/>
          <p:nvPr/>
        </p:nvSpPr>
        <p:spPr>
          <a:xfrm>
            <a:off x="5768635" y="2779919"/>
            <a:ext cx="4398959" cy="233440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812CD77-6726-C072-FF75-65074AEAD2EA}"/>
              </a:ext>
            </a:extLst>
          </p:cNvPr>
          <p:cNvSpPr txBox="1"/>
          <p:nvPr/>
        </p:nvSpPr>
        <p:spPr>
          <a:xfrm>
            <a:off x="7473721" y="2780735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Embedded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40F35F3-67C3-44B4-568E-E8B6D9C1595E}"/>
              </a:ext>
            </a:extLst>
          </p:cNvPr>
          <p:cNvGrpSpPr/>
          <p:nvPr/>
        </p:nvGrpSpPr>
        <p:grpSpPr>
          <a:xfrm>
            <a:off x="5956629" y="3224557"/>
            <a:ext cx="3736169" cy="1691800"/>
            <a:chOff x="5708993" y="3749230"/>
            <a:chExt cx="3736169" cy="169180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090CBD0-1346-A48B-10CF-8806DECFCCA4}"/>
                </a:ext>
              </a:extLst>
            </p:cNvPr>
            <p:cNvGrpSpPr/>
            <p:nvPr/>
          </p:nvGrpSpPr>
          <p:grpSpPr>
            <a:xfrm>
              <a:off x="8257186" y="3749230"/>
              <a:ext cx="1172180" cy="557667"/>
              <a:chOff x="5612654" y="1665378"/>
              <a:chExt cx="426758" cy="557667"/>
            </a:xfrm>
          </p:grpSpPr>
          <p:sp>
            <p:nvSpPr>
              <p:cNvPr id="115" name="Rounded Rectangle 114">
                <a:extLst>
                  <a:ext uri="{FF2B5EF4-FFF2-40B4-BE49-F238E27FC236}">
                    <a16:creationId xmlns:a16="http://schemas.microsoft.com/office/drawing/2014/main" id="{49E032B5-05D5-735B-360E-D29554442BCC}"/>
                  </a:ext>
                </a:extLst>
              </p:cNvPr>
              <p:cNvSpPr/>
              <p:nvPr/>
            </p:nvSpPr>
            <p:spPr>
              <a:xfrm>
                <a:off x="5612654" y="1665378"/>
                <a:ext cx="415870" cy="557667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80F83E2-C8EB-49F7-E91A-97123931AC10}"/>
                  </a:ext>
                </a:extLst>
              </p:cNvPr>
              <p:cNvSpPr txBox="1"/>
              <p:nvPr/>
            </p:nvSpPr>
            <p:spPr>
              <a:xfrm>
                <a:off x="5612654" y="1774934"/>
                <a:ext cx="4267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validateSrc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D1A06F0-AE47-94E2-7C27-717F353F8E7E}"/>
                </a:ext>
              </a:extLst>
            </p:cNvPr>
            <p:cNvGrpSpPr/>
            <p:nvPr/>
          </p:nvGrpSpPr>
          <p:grpSpPr>
            <a:xfrm>
              <a:off x="6345027" y="3767504"/>
              <a:ext cx="1175578" cy="557667"/>
              <a:chOff x="5612654" y="1665378"/>
              <a:chExt cx="427995" cy="557667"/>
            </a:xfrm>
          </p:grpSpPr>
          <p:sp>
            <p:nvSpPr>
              <p:cNvPr id="118" name="Rounded Rectangle 117">
                <a:extLst>
                  <a:ext uri="{FF2B5EF4-FFF2-40B4-BE49-F238E27FC236}">
                    <a16:creationId xmlns:a16="http://schemas.microsoft.com/office/drawing/2014/main" id="{4C9066B8-F316-F908-7D76-3B00C720D7D0}"/>
                  </a:ext>
                </a:extLst>
              </p:cNvPr>
              <p:cNvSpPr/>
              <p:nvPr/>
            </p:nvSpPr>
            <p:spPr>
              <a:xfrm>
                <a:off x="5612654" y="1665378"/>
                <a:ext cx="415870" cy="557667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9BFDE33-892A-9BA9-9288-360F94B17526}"/>
                  </a:ext>
                </a:extLst>
              </p:cNvPr>
              <p:cNvSpPr txBox="1"/>
              <p:nvPr/>
            </p:nvSpPr>
            <p:spPr>
              <a:xfrm>
                <a:off x="5612654" y="1774934"/>
                <a:ext cx="4279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reqDecrypt</a:t>
                </a:r>
              </a:p>
            </p:txBody>
          </p:sp>
        </p:grp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3A5E532-E07D-79B5-ED62-EC081B71C7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7127" y="4028063"/>
              <a:ext cx="74421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6CB7D83-A7A8-803C-5C93-C081EA009302}"/>
                </a:ext>
              </a:extLst>
            </p:cNvPr>
            <p:cNvSpPr txBox="1"/>
            <p:nvPr/>
          </p:nvSpPr>
          <p:spPr>
            <a:xfrm>
              <a:off x="7564370" y="3767504"/>
              <a:ext cx="6919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A42BE9FA-D9D2-731E-50A4-723F5705D739}"/>
                </a:ext>
              </a:extLst>
            </p:cNvPr>
            <p:cNvGrpSpPr/>
            <p:nvPr/>
          </p:nvGrpSpPr>
          <p:grpSpPr>
            <a:xfrm>
              <a:off x="5708993" y="4856255"/>
              <a:ext cx="1854288" cy="584775"/>
              <a:chOff x="1854751" y="2658942"/>
              <a:chExt cx="1301739" cy="584775"/>
            </a:xfrm>
          </p:grpSpPr>
          <p:sp>
            <p:nvSpPr>
              <p:cNvPr id="123" name="Rounded Rectangle 122">
                <a:extLst>
                  <a:ext uri="{FF2B5EF4-FFF2-40B4-BE49-F238E27FC236}">
                    <a16:creationId xmlns:a16="http://schemas.microsoft.com/office/drawing/2014/main" id="{745C0DDB-3458-575B-7B42-614929F859CA}"/>
                  </a:ext>
                </a:extLst>
              </p:cNvPr>
              <p:cNvSpPr/>
              <p:nvPr/>
            </p:nvSpPr>
            <p:spPr>
              <a:xfrm>
                <a:off x="1854751" y="2658942"/>
                <a:ext cx="1285085" cy="58477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862A603-CE6A-DAE2-828B-8BFAD0BA6F2D}"/>
                  </a:ext>
                </a:extLst>
              </p:cNvPr>
              <p:cNvSpPr txBox="1"/>
              <p:nvPr/>
            </p:nvSpPr>
            <p:spPr>
              <a:xfrm>
                <a:off x="1855380" y="2768498"/>
                <a:ext cx="13011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embeddedProcess</a:t>
                </a:r>
              </a:p>
            </p:txBody>
          </p:sp>
        </p:grp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4226C2A-AE5E-1304-FC7E-066ED2E5025D}"/>
                </a:ext>
              </a:extLst>
            </p:cNvPr>
            <p:cNvCxnSpPr>
              <a:cxnSpLocks/>
            </p:cNvCxnSpPr>
            <p:nvPr/>
          </p:nvCxnSpPr>
          <p:spPr>
            <a:xfrm>
              <a:off x="6803312" y="4325171"/>
              <a:ext cx="0" cy="54607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0ED0965-BF3F-4B11-BB20-D8A6798C3054}"/>
                </a:ext>
              </a:extLst>
            </p:cNvPr>
            <p:cNvSpPr txBox="1"/>
            <p:nvPr/>
          </p:nvSpPr>
          <p:spPr>
            <a:xfrm>
              <a:off x="6116100" y="4434727"/>
              <a:ext cx="717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process</a:t>
              </a:r>
            </a:p>
          </p:txBody>
        </p: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56369421-A205-EE05-5C2F-B68A85A276A0}"/>
                </a:ext>
              </a:extLst>
            </p:cNvPr>
            <p:cNvGrpSpPr/>
            <p:nvPr/>
          </p:nvGrpSpPr>
          <p:grpSpPr>
            <a:xfrm>
              <a:off x="8290423" y="4877384"/>
              <a:ext cx="1154739" cy="557667"/>
              <a:chOff x="5612654" y="1665378"/>
              <a:chExt cx="420408" cy="557667"/>
            </a:xfrm>
          </p:grpSpPr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52D7BFAA-B5C0-A8E3-FD72-F9BC3C05D514}"/>
                  </a:ext>
                </a:extLst>
              </p:cNvPr>
              <p:cNvSpPr/>
              <p:nvPr/>
            </p:nvSpPr>
            <p:spPr>
              <a:xfrm>
                <a:off x="5612654" y="1665378"/>
                <a:ext cx="415870" cy="557667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11DBA536-7B1C-5E97-E7FB-19092943D9D3}"/>
                  </a:ext>
                </a:extLst>
              </p:cNvPr>
              <p:cNvSpPr txBox="1"/>
              <p:nvPr/>
            </p:nvSpPr>
            <p:spPr>
              <a:xfrm>
                <a:off x="5612654" y="1774934"/>
                <a:ext cx="4204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reqEncrypt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538A0A7-F736-89DF-E52C-28A8C5EE6932}"/>
                </a:ext>
              </a:extLst>
            </p:cNvPr>
            <p:cNvSpPr txBox="1"/>
            <p:nvPr/>
          </p:nvSpPr>
          <p:spPr>
            <a:xfrm>
              <a:off x="7547274" y="4860525"/>
              <a:ext cx="6903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</a:t>
              </a: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A0F287F4-59B6-DD06-51E3-61C7CE31BEFD}"/>
                </a:ext>
              </a:extLst>
            </p:cNvPr>
            <p:cNvCxnSpPr>
              <a:cxnSpLocks/>
            </p:cNvCxnSpPr>
            <p:nvPr/>
          </p:nvCxnSpPr>
          <p:spPr>
            <a:xfrm>
              <a:off x="7532091" y="5128376"/>
              <a:ext cx="74421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D48DBDF-0339-513D-57FC-5653431CF5BD}"/>
              </a:ext>
            </a:extLst>
          </p:cNvPr>
          <p:cNvCxnSpPr>
            <a:cxnSpLocks/>
          </p:cNvCxnSpPr>
          <p:nvPr/>
        </p:nvCxnSpPr>
        <p:spPr>
          <a:xfrm flipH="1">
            <a:off x="9647096" y="3503390"/>
            <a:ext cx="7442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ACE84E30-A15C-BE50-4571-182C0D9008B6}"/>
              </a:ext>
            </a:extLst>
          </p:cNvPr>
          <p:cNvCxnSpPr>
            <a:cxnSpLocks/>
          </p:cNvCxnSpPr>
          <p:nvPr/>
        </p:nvCxnSpPr>
        <p:spPr>
          <a:xfrm>
            <a:off x="9988699" y="1880205"/>
            <a:ext cx="402608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554C6A4-8D82-A876-47F0-1DD03B741562}"/>
              </a:ext>
            </a:extLst>
          </p:cNvPr>
          <p:cNvCxnSpPr>
            <a:cxnSpLocks/>
          </p:cNvCxnSpPr>
          <p:nvPr/>
        </p:nvCxnSpPr>
        <p:spPr>
          <a:xfrm flipV="1">
            <a:off x="10379432" y="1887454"/>
            <a:ext cx="0" cy="1595343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5772F9B-6CC1-9C5C-DAED-BF01C8E34F80}"/>
              </a:ext>
            </a:extLst>
          </p:cNvPr>
          <p:cNvCxnSpPr>
            <a:cxnSpLocks/>
          </p:cNvCxnSpPr>
          <p:nvPr/>
        </p:nvCxnSpPr>
        <p:spPr>
          <a:xfrm flipH="1">
            <a:off x="9692798" y="4612851"/>
            <a:ext cx="1278421" cy="0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632EC3FA-4328-C273-DACC-179A9693F0A6}"/>
              </a:ext>
            </a:extLst>
          </p:cNvPr>
          <p:cNvCxnSpPr>
            <a:cxnSpLocks/>
          </p:cNvCxnSpPr>
          <p:nvPr/>
        </p:nvCxnSpPr>
        <p:spPr>
          <a:xfrm flipH="1">
            <a:off x="9813698" y="994094"/>
            <a:ext cx="1157521" cy="65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7729501-E094-16B7-DAA5-784AA70915B5}"/>
              </a:ext>
            </a:extLst>
          </p:cNvPr>
          <p:cNvCxnSpPr>
            <a:cxnSpLocks/>
          </p:cNvCxnSpPr>
          <p:nvPr/>
        </p:nvCxnSpPr>
        <p:spPr>
          <a:xfrm flipV="1">
            <a:off x="10971219" y="994094"/>
            <a:ext cx="0" cy="3618757"/>
          </a:xfrm>
          <a:prstGeom prst="straightConnector1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C99C844D-495C-E659-64C7-166DB40D0741}"/>
              </a:ext>
            </a:extLst>
          </p:cNvPr>
          <p:cNvSpPr txBox="1"/>
          <p:nvPr/>
        </p:nvSpPr>
        <p:spPr>
          <a:xfrm>
            <a:off x="9630149" y="2515805"/>
            <a:ext cx="785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compute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F41590B-3181-39ED-B6DC-1C2D2768C607}"/>
              </a:ext>
            </a:extLst>
          </p:cNvPr>
          <p:cNvSpPr txBox="1"/>
          <p:nvPr/>
        </p:nvSpPr>
        <p:spPr>
          <a:xfrm>
            <a:off x="10162940" y="4346577"/>
            <a:ext cx="642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results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90DA247-C180-DBB4-3B4A-7217C963E471}"/>
              </a:ext>
            </a:extLst>
          </p:cNvPr>
          <p:cNvGrpSpPr/>
          <p:nvPr/>
        </p:nvGrpSpPr>
        <p:grpSpPr>
          <a:xfrm>
            <a:off x="1028849" y="3041173"/>
            <a:ext cx="1805050" cy="1170721"/>
            <a:chOff x="926275" y="3016332"/>
            <a:chExt cx="1805050" cy="1170721"/>
          </a:xfrm>
        </p:grpSpPr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A85BEBF4-72E6-CB4E-3CFD-8C9860C89216}"/>
                </a:ext>
              </a:extLst>
            </p:cNvPr>
            <p:cNvSpPr/>
            <p:nvPr/>
          </p:nvSpPr>
          <p:spPr>
            <a:xfrm>
              <a:off x="926275" y="3016332"/>
              <a:ext cx="1805050" cy="1170721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696E534C-01DD-9E88-EC38-5C717F1FE30F}"/>
                </a:ext>
              </a:extLst>
            </p:cNvPr>
            <p:cNvGrpSpPr/>
            <p:nvPr/>
          </p:nvGrpSpPr>
          <p:grpSpPr>
            <a:xfrm>
              <a:off x="1072581" y="3609441"/>
              <a:ext cx="1464327" cy="458483"/>
              <a:chOff x="1462714" y="3597952"/>
              <a:chExt cx="1464327" cy="458483"/>
            </a:xfrm>
          </p:grpSpPr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1DFB2B87-6BE9-A638-B64D-AFB451028177}"/>
                  </a:ext>
                </a:extLst>
              </p:cNvPr>
              <p:cNvSpPr/>
              <p:nvPr/>
            </p:nvSpPr>
            <p:spPr>
              <a:xfrm>
                <a:off x="1472540" y="3597952"/>
                <a:ext cx="1454501" cy="458483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F6C9273-9C14-3B4B-C1E2-18EA3492CB9E}"/>
                  </a:ext>
                </a:extLst>
              </p:cNvPr>
              <p:cNvSpPr txBox="1"/>
              <p:nvPr/>
            </p:nvSpPr>
            <p:spPr>
              <a:xfrm>
                <a:off x="1462714" y="3642527"/>
                <a:ext cx="14545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authenticate</a:t>
                </a:r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1209011-D947-FC49-9AA2-058ADD95FE6A}"/>
                </a:ext>
              </a:extLst>
            </p:cNvPr>
            <p:cNvSpPr txBox="1"/>
            <p:nvPr/>
          </p:nvSpPr>
          <p:spPr>
            <a:xfrm>
              <a:off x="1274164" y="3039891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HMIAuth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CC5CC04-794D-EBDB-E9C9-98F4FAD18734}"/>
              </a:ext>
            </a:extLst>
          </p:cNvPr>
          <p:cNvGrpSpPr/>
          <p:nvPr/>
        </p:nvGrpSpPr>
        <p:grpSpPr>
          <a:xfrm>
            <a:off x="1101742" y="4824737"/>
            <a:ext cx="1805050" cy="1037436"/>
            <a:chOff x="1433253" y="4372661"/>
            <a:chExt cx="1805050" cy="1037436"/>
          </a:xfrm>
        </p:grpSpPr>
        <p:sp>
          <p:nvSpPr>
            <p:cNvPr id="177" name="Rounded Rectangle 176">
              <a:extLst>
                <a:ext uri="{FF2B5EF4-FFF2-40B4-BE49-F238E27FC236}">
                  <a16:creationId xmlns:a16="http://schemas.microsoft.com/office/drawing/2014/main" id="{EAABBF38-486A-BA50-E1A3-825C4802CF3D}"/>
                </a:ext>
              </a:extLst>
            </p:cNvPr>
            <p:cNvSpPr/>
            <p:nvPr/>
          </p:nvSpPr>
          <p:spPr>
            <a:xfrm>
              <a:off x="1433253" y="4372661"/>
              <a:ext cx="1805050" cy="103743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A4346218-4D22-EB94-A6AA-BFBFEF52572C}"/>
                </a:ext>
              </a:extLst>
            </p:cNvPr>
            <p:cNvGrpSpPr/>
            <p:nvPr/>
          </p:nvGrpSpPr>
          <p:grpSpPr>
            <a:xfrm>
              <a:off x="1603614" y="4862505"/>
              <a:ext cx="1464327" cy="458483"/>
              <a:chOff x="1462714" y="3597952"/>
              <a:chExt cx="1464327" cy="458483"/>
            </a:xfrm>
          </p:grpSpPr>
          <p:sp>
            <p:nvSpPr>
              <p:cNvPr id="169" name="Rounded Rectangle 168">
                <a:extLst>
                  <a:ext uri="{FF2B5EF4-FFF2-40B4-BE49-F238E27FC236}">
                    <a16:creationId xmlns:a16="http://schemas.microsoft.com/office/drawing/2014/main" id="{E5E49101-C852-4418-0E82-DE362F3011F1}"/>
                  </a:ext>
                </a:extLst>
              </p:cNvPr>
              <p:cNvSpPr/>
              <p:nvPr/>
            </p:nvSpPr>
            <p:spPr>
              <a:xfrm>
                <a:off x="1472540" y="3597952"/>
                <a:ext cx="1454501" cy="458483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42B4F8D-F01A-D103-86AF-3C118A556D7E}"/>
                  </a:ext>
                </a:extLst>
              </p:cNvPr>
              <p:cNvSpPr txBox="1"/>
              <p:nvPr/>
            </p:nvSpPr>
            <p:spPr>
              <a:xfrm>
                <a:off x="1462714" y="3642527"/>
                <a:ext cx="14545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authenticate</a:t>
                </a:r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0FF072A2-2287-7131-BF40-6B05A5B0E17B}"/>
                </a:ext>
              </a:extLst>
            </p:cNvPr>
            <p:cNvSpPr txBox="1"/>
            <p:nvPr/>
          </p:nvSpPr>
          <p:spPr>
            <a:xfrm>
              <a:off x="1474488" y="4372661"/>
              <a:ext cx="1739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EmbeddedAuth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54F130A-1A8E-69A0-4B6F-0C2326A888FD}"/>
              </a:ext>
            </a:extLst>
          </p:cNvPr>
          <p:cNvGrpSpPr/>
          <p:nvPr/>
        </p:nvGrpSpPr>
        <p:grpSpPr>
          <a:xfrm>
            <a:off x="3337816" y="3070210"/>
            <a:ext cx="1874279" cy="1037436"/>
            <a:chOff x="3039641" y="4919081"/>
            <a:chExt cx="1874279" cy="1037436"/>
          </a:xfrm>
        </p:grpSpPr>
        <p:sp>
          <p:nvSpPr>
            <p:cNvPr id="178" name="Rounded Rectangle 177">
              <a:extLst>
                <a:ext uri="{FF2B5EF4-FFF2-40B4-BE49-F238E27FC236}">
                  <a16:creationId xmlns:a16="http://schemas.microsoft.com/office/drawing/2014/main" id="{CB357A4C-FE18-30B7-F537-1C3741742CC3}"/>
                </a:ext>
              </a:extLst>
            </p:cNvPr>
            <p:cNvSpPr/>
            <p:nvPr/>
          </p:nvSpPr>
          <p:spPr>
            <a:xfrm>
              <a:off x="3039641" y="4919081"/>
              <a:ext cx="1805050" cy="103743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8291AB-5453-822B-11EB-919E96ED4672}"/>
                </a:ext>
              </a:extLst>
            </p:cNvPr>
            <p:cNvSpPr txBox="1"/>
            <p:nvPr/>
          </p:nvSpPr>
          <p:spPr>
            <a:xfrm>
              <a:off x="3512049" y="4929662"/>
              <a:ext cx="8602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Crypto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A0FB5696-3820-69E7-68D9-B4985F8E3A73}"/>
                </a:ext>
              </a:extLst>
            </p:cNvPr>
            <p:cNvGrpSpPr/>
            <p:nvPr/>
          </p:nvGrpSpPr>
          <p:grpSpPr>
            <a:xfrm>
              <a:off x="3169075" y="5410097"/>
              <a:ext cx="1744845" cy="458483"/>
              <a:chOff x="1462714" y="3597952"/>
              <a:chExt cx="1621085" cy="458483"/>
            </a:xfrm>
          </p:grpSpPr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537846F9-8382-120F-2446-D3C195D54336}"/>
                  </a:ext>
                </a:extLst>
              </p:cNvPr>
              <p:cNvSpPr/>
              <p:nvPr/>
            </p:nvSpPr>
            <p:spPr>
              <a:xfrm>
                <a:off x="1472540" y="3597952"/>
                <a:ext cx="1454501" cy="458483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79980B4-6D1C-D3C0-9416-EFFCE0708232}"/>
                  </a:ext>
                </a:extLst>
              </p:cNvPr>
              <p:cNvSpPr txBox="1"/>
              <p:nvPr/>
            </p:nvSpPr>
            <p:spPr>
              <a:xfrm>
                <a:off x="1462714" y="3642527"/>
                <a:ext cx="1621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cryptoProcess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314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87E783C-66FA-B5CD-3873-427E581844D8}"/>
              </a:ext>
            </a:extLst>
          </p:cNvPr>
          <p:cNvSpPr/>
          <p:nvPr/>
        </p:nvSpPr>
        <p:spPr>
          <a:xfrm>
            <a:off x="1703926" y="2238137"/>
            <a:ext cx="1339702" cy="11392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66E17-C72C-5744-E465-29B1DBAD3D19}"/>
              </a:ext>
            </a:extLst>
          </p:cNvPr>
          <p:cNvSpPr/>
          <p:nvPr/>
        </p:nvSpPr>
        <p:spPr>
          <a:xfrm>
            <a:off x="1680917" y="628647"/>
            <a:ext cx="1339702" cy="12735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DFD5C5-70BB-51C2-95DE-81D00F13C58C}"/>
              </a:ext>
            </a:extLst>
          </p:cNvPr>
          <p:cNvGrpSpPr/>
          <p:nvPr/>
        </p:nvGrpSpPr>
        <p:grpSpPr>
          <a:xfrm>
            <a:off x="1844058" y="951178"/>
            <a:ext cx="1016619" cy="765653"/>
            <a:chOff x="1630559" y="740862"/>
            <a:chExt cx="1016619" cy="76565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FDD6DF3-4569-9475-8358-126A07E47071}"/>
                </a:ext>
              </a:extLst>
            </p:cNvPr>
            <p:cNvSpPr/>
            <p:nvPr/>
          </p:nvSpPr>
          <p:spPr>
            <a:xfrm>
              <a:off x="1633759" y="740862"/>
              <a:ext cx="1013419" cy="73835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27DF36-8D3A-E3D7-1A4D-3220C1279E9E}"/>
                </a:ext>
              </a:extLst>
            </p:cNvPr>
            <p:cNvSpPr txBox="1"/>
            <p:nvPr/>
          </p:nvSpPr>
          <p:spPr>
            <a:xfrm>
              <a:off x="1630559" y="860184"/>
              <a:ext cx="10134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‘srvRsp’</a:t>
              </a:r>
            </a:p>
            <a:p>
              <a:r>
                <a:rPr lang="en-US"/>
                <a:t>function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64A357B-957B-AD71-A53D-C735198DC713}"/>
              </a:ext>
            </a:extLst>
          </p:cNvPr>
          <p:cNvGrpSpPr/>
          <p:nvPr/>
        </p:nvGrpSpPr>
        <p:grpSpPr>
          <a:xfrm>
            <a:off x="1847258" y="2342752"/>
            <a:ext cx="1013419" cy="738355"/>
            <a:chOff x="240769" y="2260026"/>
            <a:chExt cx="1013419" cy="73835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94F9E4C-D088-B6DA-3266-695B6FC4CC08}"/>
                </a:ext>
              </a:extLst>
            </p:cNvPr>
            <p:cNvSpPr/>
            <p:nvPr/>
          </p:nvSpPr>
          <p:spPr>
            <a:xfrm>
              <a:off x="240769" y="2260026"/>
              <a:ext cx="1013419" cy="73835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C7B3B08-382F-1AB2-52B8-BBDA2D86DFC0}"/>
                </a:ext>
              </a:extLst>
            </p:cNvPr>
            <p:cNvSpPr txBox="1"/>
            <p:nvPr/>
          </p:nvSpPr>
          <p:spPr>
            <a:xfrm>
              <a:off x="240769" y="2270659"/>
              <a:ext cx="10134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‘srvReq’</a:t>
              </a:r>
            </a:p>
            <a:p>
              <a:r>
                <a:rPr lang="en-US"/>
                <a:t>function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2FEEFD-8DEC-73A7-5DE3-6EDF8179FB2E}"/>
              </a:ext>
            </a:extLst>
          </p:cNvPr>
          <p:cNvCxnSpPr>
            <a:cxnSpLocks/>
          </p:cNvCxnSpPr>
          <p:nvPr/>
        </p:nvCxnSpPr>
        <p:spPr>
          <a:xfrm flipV="1">
            <a:off x="2331472" y="1902189"/>
            <a:ext cx="0" cy="4254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34FF15-74F0-978B-E4B9-1A3974588BC3}"/>
              </a:ext>
            </a:extLst>
          </p:cNvPr>
          <p:cNvSpPr txBox="1"/>
          <p:nvPr/>
        </p:nvSpPr>
        <p:spPr>
          <a:xfrm>
            <a:off x="1878183" y="1941830"/>
            <a:ext cx="148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(cp1,  label1, msg1)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DD31C-0FB0-DEA1-1A00-A215B6405F2E}"/>
              </a:ext>
            </a:extLst>
          </p:cNvPr>
          <p:cNvSpPr txBox="1"/>
          <p:nvPr/>
        </p:nvSpPr>
        <p:spPr>
          <a:xfrm>
            <a:off x="1642326" y="1647001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cp1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44F94-32DE-A566-14E2-4817530D25B3}"/>
              </a:ext>
            </a:extLst>
          </p:cNvPr>
          <p:cNvSpPr txBox="1"/>
          <p:nvPr/>
        </p:nvSpPr>
        <p:spPr>
          <a:xfrm>
            <a:off x="2075458" y="910236"/>
            <a:ext cx="596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label1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0C3E3B-62E6-A3C4-8A96-D3AC03582ABB}"/>
              </a:ext>
            </a:extLst>
          </p:cNvPr>
          <p:cNvSpPr txBox="1"/>
          <p:nvPr/>
        </p:nvSpPr>
        <p:spPr>
          <a:xfrm>
            <a:off x="947267" y="3523440"/>
            <a:ext cx="2592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Discovery of server through</a:t>
            </a:r>
          </a:p>
          <a:p>
            <a:pPr algn="ctr"/>
            <a:r>
              <a:rPr lang="en-US" sz="1600"/>
              <a:t>graph edge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3C7F5-7925-F13B-C7AC-D597F6951DAA}"/>
              </a:ext>
            </a:extLst>
          </p:cNvPr>
          <p:cNvSpPr txBox="1"/>
          <p:nvPr/>
        </p:nvSpPr>
        <p:spPr>
          <a:xfrm>
            <a:off x="1703926" y="3100415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cp0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29BBA9-9ABB-26ED-D2FA-56DAAE5AE759}"/>
              </a:ext>
            </a:extLst>
          </p:cNvPr>
          <p:cNvGrpSpPr/>
          <p:nvPr/>
        </p:nvGrpSpPr>
        <p:grpSpPr>
          <a:xfrm>
            <a:off x="4373165" y="628647"/>
            <a:ext cx="2661284" cy="2748767"/>
            <a:chOff x="3282315" y="502107"/>
            <a:chExt cx="2661284" cy="274876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19E4BD4-198A-B06F-251D-992AAC607524}"/>
                </a:ext>
              </a:extLst>
            </p:cNvPr>
            <p:cNvSpPr/>
            <p:nvPr/>
          </p:nvSpPr>
          <p:spPr>
            <a:xfrm>
              <a:off x="3343914" y="2111597"/>
              <a:ext cx="2599685" cy="11392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DEFBEC-51F1-EF9C-1EBE-BFF6B9DA096A}"/>
                </a:ext>
              </a:extLst>
            </p:cNvPr>
            <p:cNvSpPr/>
            <p:nvPr/>
          </p:nvSpPr>
          <p:spPr>
            <a:xfrm>
              <a:off x="3320906" y="502107"/>
              <a:ext cx="1339702" cy="12735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203447F-9778-0976-E86D-A09565501AD0}"/>
                </a:ext>
              </a:extLst>
            </p:cNvPr>
            <p:cNvGrpSpPr/>
            <p:nvPr/>
          </p:nvGrpSpPr>
          <p:grpSpPr>
            <a:xfrm>
              <a:off x="3484047" y="824638"/>
              <a:ext cx="1016619" cy="765653"/>
              <a:chOff x="1630559" y="740862"/>
              <a:chExt cx="1016619" cy="765653"/>
            </a:xfrm>
          </p:grpSpPr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A89FACA4-BB02-660B-529E-BC5D2DB38EE6}"/>
                  </a:ext>
                </a:extLst>
              </p:cNvPr>
              <p:cNvSpPr/>
              <p:nvPr/>
            </p:nvSpPr>
            <p:spPr>
              <a:xfrm>
                <a:off x="1633759" y="740862"/>
                <a:ext cx="1013419" cy="73835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C038B7-60F1-4A1C-D288-2390E4A2C759}"/>
                  </a:ext>
                </a:extLst>
              </p:cNvPr>
              <p:cNvSpPr txBox="1"/>
              <p:nvPr/>
            </p:nvSpPr>
            <p:spPr>
              <a:xfrm>
                <a:off x="1630559" y="860184"/>
                <a:ext cx="1013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‘srvRsp’</a:t>
                </a:r>
              </a:p>
              <a:p>
                <a:r>
                  <a:rPr lang="en-US"/>
                  <a:t>function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F2ECD64-0D48-8D64-546D-66CC709BCF64}"/>
                </a:ext>
              </a:extLst>
            </p:cNvPr>
            <p:cNvGrpSpPr/>
            <p:nvPr/>
          </p:nvGrpSpPr>
          <p:grpSpPr>
            <a:xfrm>
              <a:off x="3487247" y="2216212"/>
              <a:ext cx="1013419" cy="738355"/>
              <a:chOff x="240769" y="2260026"/>
              <a:chExt cx="1013419" cy="738355"/>
            </a:xfrm>
          </p:grpSpPr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C9D4526F-FB50-03AA-DA1D-03148DD4744F}"/>
                  </a:ext>
                </a:extLst>
              </p:cNvPr>
              <p:cNvSpPr/>
              <p:nvPr/>
            </p:nvSpPr>
            <p:spPr>
              <a:xfrm>
                <a:off x="240769" y="2260026"/>
                <a:ext cx="1013419" cy="73835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3B88D5-ABCD-A856-CFBC-C20053B0D68C}"/>
                  </a:ext>
                </a:extLst>
              </p:cNvPr>
              <p:cNvSpPr txBox="1"/>
              <p:nvPr/>
            </p:nvSpPr>
            <p:spPr>
              <a:xfrm>
                <a:off x="240769" y="2270659"/>
                <a:ext cx="1013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‘srvReq’</a:t>
                </a:r>
              </a:p>
              <a:p>
                <a:r>
                  <a:rPr lang="en-US"/>
                  <a:t>function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07E206-B2EF-8B8C-CF24-4C89F6F28CA2}"/>
                </a:ext>
              </a:extLst>
            </p:cNvPr>
            <p:cNvSpPr txBox="1"/>
            <p:nvPr/>
          </p:nvSpPr>
          <p:spPr>
            <a:xfrm>
              <a:off x="3282315" y="1520461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cp1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922D748-4DAC-4C3B-8802-3F4E6A588A73}"/>
                </a:ext>
              </a:extLst>
            </p:cNvPr>
            <p:cNvSpPr txBox="1"/>
            <p:nvPr/>
          </p:nvSpPr>
          <p:spPr>
            <a:xfrm>
              <a:off x="3715447" y="783696"/>
              <a:ext cx="596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label1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51CC6A-A7B7-D0D0-E5C5-06306D3597C5}"/>
                </a:ext>
              </a:extLst>
            </p:cNvPr>
            <p:cNvSpPr txBox="1"/>
            <p:nvPr/>
          </p:nvSpPr>
          <p:spPr>
            <a:xfrm>
              <a:off x="3343915" y="2973875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cp0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D1A5F7F-2990-C65A-CAAA-CB0D9C1998AB}"/>
                </a:ext>
              </a:extLst>
            </p:cNvPr>
            <p:cNvGrpSpPr/>
            <p:nvPr/>
          </p:nvGrpSpPr>
          <p:grpSpPr>
            <a:xfrm>
              <a:off x="4538347" y="2335513"/>
              <a:ext cx="1239236" cy="496413"/>
              <a:chOff x="5765521" y="1349695"/>
              <a:chExt cx="1239236" cy="496413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FEC9B3C8-BA1D-DCEA-1F9D-AA6E8B6EE015}"/>
                  </a:ext>
                </a:extLst>
              </p:cNvPr>
              <p:cNvSpPr/>
              <p:nvPr/>
            </p:nvSpPr>
            <p:spPr>
              <a:xfrm>
                <a:off x="5765521" y="1378275"/>
                <a:ext cx="1238800" cy="46783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BF746DD-72E1-25E2-EE66-4FDE1A4E0FC7}"/>
                  </a:ext>
                </a:extLst>
              </p:cNvPr>
              <p:cNvSpPr txBox="1"/>
              <p:nvPr/>
            </p:nvSpPr>
            <p:spPr>
              <a:xfrm>
                <a:off x="5765956" y="1349695"/>
                <a:ext cx="12388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srvCP: cp1</a:t>
                </a:r>
              </a:p>
              <a:p>
                <a:r>
                  <a:rPr lang="en-US" sz="1200"/>
                  <a:t>srvLabel: label1</a:t>
                </a:r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0ACAC03-EDC0-371C-60C6-6BB7131C0A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0608" y="1138901"/>
              <a:ext cx="497139" cy="1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D0B3F53-9D9F-D930-A2AA-590DED23BA6E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H="1" flipV="1">
              <a:off x="5157747" y="1143915"/>
              <a:ext cx="436" cy="1191598"/>
            </a:xfrm>
            <a:prstGeom prst="straightConnector1">
              <a:avLst/>
            </a:prstGeom>
            <a:ln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F1175E2-13C5-51FC-B22D-59F032DB082E}"/>
              </a:ext>
            </a:extLst>
          </p:cNvPr>
          <p:cNvSpPr txBox="1"/>
          <p:nvPr/>
        </p:nvSpPr>
        <p:spPr>
          <a:xfrm>
            <a:off x="4270924" y="3522274"/>
            <a:ext cx="2961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Discovery of server hrough specification in srvReq function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48282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A2C8-2C1E-68D2-53E8-54E35E45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D44E596-CC59-C0E9-4BFD-3683A2ED6D99}"/>
              </a:ext>
            </a:extLst>
          </p:cNvPr>
          <p:cNvGrpSpPr/>
          <p:nvPr/>
        </p:nvGrpSpPr>
        <p:grpSpPr>
          <a:xfrm>
            <a:off x="6525334" y="351714"/>
            <a:ext cx="4601582" cy="3523081"/>
            <a:chOff x="968385" y="502107"/>
            <a:chExt cx="4601582" cy="352308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5C0B845-BB0F-53E7-4C12-81EF322539B1}"/>
                </a:ext>
              </a:extLst>
            </p:cNvPr>
            <p:cNvSpPr/>
            <p:nvPr/>
          </p:nvSpPr>
          <p:spPr>
            <a:xfrm>
              <a:off x="1169897" y="2111597"/>
              <a:ext cx="2599685" cy="11392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E43A2BC-4CDC-0A39-5CE4-D420CEEBCCE0}"/>
                </a:ext>
              </a:extLst>
            </p:cNvPr>
            <p:cNvSpPr/>
            <p:nvPr/>
          </p:nvSpPr>
          <p:spPr>
            <a:xfrm>
              <a:off x="1628149" y="502107"/>
              <a:ext cx="2133974" cy="12735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ACAD961-2CBB-6111-838C-0A282D3460FB}"/>
                </a:ext>
              </a:extLst>
            </p:cNvPr>
            <p:cNvGrpSpPr/>
            <p:nvPr/>
          </p:nvGrpSpPr>
          <p:grpSpPr>
            <a:xfrm>
              <a:off x="1313230" y="2216212"/>
              <a:ext cx="1013419" cy="738355"/>
              <a:chOff x="240769" y="2260026"/>
              <a:chExt cx="1013419" cy="738355"/>
            </a:xfrm>
          </p:grpSpPr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25ED03BF-36E8-7BFA-4CED-6EC222B95A2D}"/>
                  </a:ext>
                </a:extLst>
              </p:cNvPr>
              <p:cNvSpPr/>
              <p:nvPr/>
            </p:nvSpPr>
            <p:spPr>
              <a:xfrm>
                <a:off x="240769" y="2260026"/>
                <a:ext cx="1013419" cy="73835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FEC6FCA-9F79-B7F3-9EFB-A5539E31DA0B}"/>
                  </a:ext>
                </a:extLst>
              </p:cNvPr>
              <p:cNvSpPr txBox="1"/>
              <p:nvPr/>
            </p:nvSpPr>
            <p:spPr>
              <a:xfrm>
                <a:off x="240769" y="2270659"/>
                <a:ext cx="1013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‘srvReq’</a:t>
                </a:r>
              </a:p>
              <a:p>
                <a:r>
                  <a:rPr lang="en-US"/>
                  <a:t>function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1771B7C-4DD5-2253-A9D8-C3642C61F56E}"/>
                </a:ext>
              </a:extLst>
            </p:cNvPr>
            <p:cNvSpPr txBox="1"/>
            <p:nvPr/>
          </p:nvSpPr>
          <p:spPr>
            <a:xfrm>
              <a:off x="1577254" y="1481651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cp1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FCE958B-2A14-3579-AFE8-D44DBDF551C4}"/>
                </a:ext>
              </a:extLst>
            </p:cNvPr>
            <p:cNvSpPr txBox="1"/>
            <p:nvPr/>
          </p:nvSpPr>
          <p:spPr>
            <a:xfrm>
              <a:off x="1169898" y="2973875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cp0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1F6CA18D-BB95-519B-2DD5-829F11E69D59}"/>
                </a:ext>
              </a:extLst>
            </p:cNvPr>
            <p:cNvSpPr/>
            <p:nvPr/>
          </p:nvSpPr>
          <p:spPr>
            <a:xfrm>
              <a:off x="2355512" y="2216212"/>
              <a:ext cx="1238800" cy="7920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BE0231B-4DAC-FAA5-DB34-0B13E06B3A82}"/>
                </a:ext>
              </a:extLst>
            </p:cNvPr>
            <p:cNvSpPr txBox="1"/>
            <p:nvPr/>
          </p:nvSpPr>
          <p:spPr>
            <a:xfrm>
              <a:off x="2364765" y="2335513"/>
              <a:ext cx="9577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srvCP: cp1</a:t>
              </a:r>
            </a:p>
            <a:p>
              <a:r>
                <a:rPr lang="en-US" sz="1200"/>
                <a:t>srvLabel: “”</a:t>
              </a:r>
            </a:p>
            <a:p>
              <a:r>
                <a:rPr lang="en-US" sz="1200"/>
                <a:t>srvOp: op1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21B7243-E321-01A8-7616-959B7BD79E2F}"/>
                </a:ext>
              </a:extLst>
            </p:cNvPr>
            <p:cNvSpPr/>
            <p:nvPr/>
          </p:nvSpPr>
          <p:spPr>
            <a:xfrm>
              <a:off x="2010386" y="687482"/>
              <a:ext cx="1580992" cy="830997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738CA8-A50A-4726-FC5F-DC641B0913F5}"/>
                </a:ext>
              </a:extLst>
            </p:cNvPr>
            <p:cNvSpPr txBox="1"/>
            <p:nvPr/>
          </p:nvSpPr>
          <p:spPr>
            <a:xfrm>
              <a:off x="2090535" y="711031"/>
              <a:ext cx="7496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Services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970820-E7B4-9545-E7B1-982A0CE47836}"/>
                </a:ext>
              </a:extLst>
            </p:cNvPr>
            <p:cNvSpPr txBox="1"/>
            <p:nvPr/>
          </p:nvSpPr>
          <p:spPr>
            <a:xfrm>
              <a:off x="2310276" y="1080363"/>
              <a:ext cx="1338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op1: (cp2, label2)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DF5546-40D2-C522-16C7-79EDF5AEFB2F}"/>
                </a:ext>
              </a:extLst>
            </p:cNvPr>
            <p:cNvSpPr txBox="1"/>
            <p:nvPr/>
          </p:nvSpPr>
          <p:spPr>
            <a:xfrm>
              <a:off x="2303294" y="1163437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…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C5DFDBC-A1AF-12B2-2354-A2AAA70E434C}"/>
                </a:ext>
              </a:extLst>
            </p:cNvPr>
            <p:cNvSpPr txBox="1"/>
            <p:nvPr/>
          </p:nvSpPr>
          <p:spPr>
            <a:xfrm>
              <a:off x="2274431" y="803364"/>
              <a:ext cx="381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…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747EC15-D3D4-ADC8-50E5-1AAA17E449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0529" y="1542028"/>
              <a:ext cx="0" cy="79348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375BBD8-52FE-DE35-5D6A-090DAC666558}"/>
                </a:ext>
              </a:extLst>
            </p:cNvPr>
            <p:cNvGrpSpPr/>
            <p:nvPr/>
          </p:nvGrpSpPr>
          <p:grpSpPr>
            <a:xfrm>
              <a:off x="3990163" y="570721"/>
              <a:ext cx="1378293" cy="1295353"/>
              <a:chOff x="5228073" y="606883"/>
              <a:chExt cx="1378293" cy="1295353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3CF1535C-C3BD-75D0-7EC4-7201E9FF1292}"/>
                  </a:ext>
                </a:extLst>
              </p:cNvPr>
              <p:cNvSpPr/>
              <p:nvPr/>
            </p:nvSpPr>
            <p:spPr>
              <a:xfrm>
                <a:off x="5266664" y="606883"/>
                <a:ext cx="1339702" cy="127358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D93AFA51-6872-1CC3-2914-22C9A544AB48}"/>
                  </a:ext>
                </a:extLst>
              </p:cNvPr>
              <p:cNvGrpSpPr/>
              <p:nvPr/>
            </p:nvGrpSpPr>
            <p:grpSpPr>
              <a:xfrm>
                <a:off x="5429805" y="929414"/>
                <a:ext cx="1016619" cy="765653"/>
                <a:chOff x="1630559" y="740862"/>
                <a:chExt cx="1016619" cy="765653"/>
              </a:xfrm>
            </p:grpSpPr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ACDB1E4E-F58C-40CE-BC59-1CF8F3B2BCC5}"/>
                    </a:ext>
                  </a:extLst>
                </p:cNvPr>
                <p:cNvSpPr/>
                <p:nvPr/>
              </p:nvSpPr>
              <p:spPr>
                <a:xfrm>
                  <a:off x="1633759" y="740862"/>
                  <a:ext cx="1013419" cy="738355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A713951-5482-4F3C-553D-69F8AB6B4C25}"/>
                    </a:ext>
                  </a:extLst>
                </p:cNvPr>
                <p:cNvSpPr txBox="1"/>
                <p:nvPr/>
              </p:nvSpPr>
              <p:spPr>
                <a:xfrm>
                  <a:off x="1630559" y="860184"/>
                  <a:ext cx="101341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‘srvRsp’</a:t>
                  </a:r>
                </a:p>
                <a:p>
                  <a:r>
                    <a:rPr lang="en-US"/>
                    <a:t>function</a:t>
                  </a: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4A5DF20-795F-F87B-39B2-5E91EAFF292C}"/>
                  </a:ext>
                </a:extLst>
              </p:cNvPr>
              <p:cNvSpPr txBox="1"/>
              <p:nvPr/>
            </p:nvSpPr>
            <p:spPr>
              <a:xfrm>
                <a:off x="5228073" y="1625237"/>
                <a:ext cx="4331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cp2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9FA44AD-D559-7777-7292-B90CEC1AD194}"/>
                  </a:ext>
                </a:extLst>
              </p:cNvPr>
              <p:cNvSpPr txBox="1"/>
              <p:nvPr/>
            </p:nvSpPr>
            <p:spPr>
              <a:xfrm>
                <a:off x="5661205" y="888472"/>
                <a:ext cx="5966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label2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649A124-D7DB-DAEC-01D6-027F8BF8A9F9}"/>
                </a:ext>
              </a:extLst>
            </p:cNvPr>
            <p:cNvSpPr txBox="1"/>
            <p:nvPr/>
          </p:nvSpPr>
          <p:spPr>
            <a:xfrm>
              <a:off x="968385" y="3440413"/>
              <a:ext cx="4601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Discovery of server through</a:t>
              </a:r>
            </a:p>
            <a:p>
              <a:pPr algn="ctr"/>
              <a:r>
                <a:rPr lang="en-US" sz="1600"/>
                <a:t>Services table of specifiedCmpPtn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F8D99F0-C67B-C169-2D10-FDC05618B71F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 flipV="1">
              <a:off x="3649104" y="1207515"/>
              <a:ext cx="557625" cy="11348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1BC1725-A0F0-AE89-8BD0-84808B30093D}"/>
              </a:ext>
            </a:extLst>
          </p:cNvPr>
          <p:cNvGrpSpPr/>
          <p:nvPr/>
        </p:nvGrpSpPr>
        <p:grpSpPr>
          <a:xfrm>
            <a:off x="558086" y="351226"/>
            <a:ext cx="4705556" cy="3452843"/>
            <a:chOff x="6237890" y="1977285"/>
            <a:chExt cx="4705556" cy="3452843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827FEA3-A19E-430F-78A3-91950981689A}"/>
                </a:ext>
              </a:extLst>
            </p:cNvPr>
            <p:cNvSpPr/>
            <p:nvPr/>
          </p:nvSpPr>
          <p:spPr>
            <a:xfrm>
              <a:off x="6744887" y="3586775"/>
              <a:ext cx="2599685" cy="11392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757B231-7730-27D8-95A5-B177FE734F71}"/>
                </a:ext>
              </a:extLst>
            </p:cNvPr>
            <p:cNvSpPr/>
            <p:nvPr/>
          </p:nvSpPr>
          <p:spPr>
            <a:xfrm>
              <a:off x="6257271" y="1977285"/>
              <a:ext cx="3079842" cy="12735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D011BA4-8A87-CB99-6AAA-5B7E66F6EF24}"/>
                </a:ext>
              </a:extLst>
            </p:cNvPr>
            <p:cNvGrpSpPr/>
            <p:nvPr/>
          </p:nvGrpSpPr>
          <p:grpSpPr>
            <a:xfrm>
              <a:off x="6888220" y="3691390"/>
              <a:ext cx="1013419" cy="738355"/>
              <a:chOff x="240769" y="2260026"/>
              <a:chExt cx="1013419" cy="738355"/>
            </a:xfrm>
          </p:grpSpPr>
          <p:sp>
            <p:nvSpPr>
              <p:cNvPr id="121" name="Rounded Rectangle 120">
                <a:extLst>
                  <a:ext uri="{FF2B5EF4-FFF2-40B4-BE49-F238E27FC236}">
                    <a16:creationId xmlns:a16="http://schemas.microsoft.com/office/drawing/2014/main" id="{69AAA85F-65B4-AD4A-DB1E-40578D504F5A}"/>
                  </a:ext>
                </a:extLst>
              </p:cNvPr>
              <p:cNvSpPr/>
              <p:nvPr/>
            </p:nvSpPr>
            <p:spPr>
              <a:xfrm>
                <a:off x="240769" y="2260026"/>
                <a:ext cx="1013419" cy="73835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B7E909B-2CA9-782A-5ECF-FBA1B3C747A6}"/>
                  </a:ext>
                </a:extLst>
              </p:cNvPr>
              <p:cNvSpPr txBox="1"/>
              <p:nvPr/>
            </p:nvSpPr>
            <p:spPr>
              <a:xfrm>
                <a:off x="240769" y="2270659"/>
                <a:ext cx="1013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‘srvReq’</a:t>
                </a:r>
              </a:p>
              <a:p>
                <a:r>
                  <a:rPr lang="en-US"/>
                  <a:t>function</a:t>
                </a:r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88C9240-6342-9C9A-260F-FC0D881379D1}"/>
                </a:ext>
              </a:extLst>
            </p:cNvPr>
            <p:cNvSpPr txBox="1"/>
            <p:nvPr/>
          </p:nvSpPr>
          <p:spPr>
            <a:xfrm>
              <a:off x="6237890" y="2943917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cp3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18CAAB1-DE8B-D4F4-F239-AF06B2E8CB1A}"/>
                </a:ext>
              </a:extLst>
            </p:cNvPr>
            <p:cNvSpPr txBox="1"/>
            <p:nvPr/>
          </p:nvSpPr>
          <p:spPr>
            <a:xfrm>
              <a:off x="6744888" y="4449053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cp0</a:t>
              </a:r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F1A09AB9-52D8-632A-96CC-5D5DEFD4D98E}"/>
                </a:ext>
              </a:extLst>
            </p:cNvPr>
            <p:cNvSpPr/>
            <p:nvPr/>
          </p:nvSpPr>
          <p:spPr>
            <a:xfrm>
              <a:off x="7930502" y="3691390"/>
              <a:ext cx="1238800" cy="79209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7631292-3772-3763-5E3A-BB7A673ED08B}"/>
                </a:ext>
              </a:extLst>
            </p:cNvPr>
            <p:cNvSpPr txBox="1"/>
            <p:nvPr/>
          </p:nvSpPr>
          <p:spPr>
            <a:xfrm>
              <a:off x="7939755" y="3810691"/>
              <a:ext cx="9577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srvCP: “”</a:t>
              </a:r>
            </a:p>
            <a:p>
              <a:r>
                <a:rPr lang="en-US" sz="1200"/>
                <a:t>srvLabel: “”</a:t>
              </a:r>
            </a:p>
            <a:p>
              <a:r>
                <a:rPr lang="en-US" sz="1200"/>
                <a:t>srvOp: op1</a:t>
              </a:r>
            </a:p>
          </p:txBody>
        </p:sp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0E29B043-7EA1-4FA2-8EB1-9304E6116A48}"/>
                </a:ext>
              </a:extLst>
            </p:cNvPr>
            <p:cNvSpPr/>
            <p:nvPr/>
          </p:nvSpPr>
          <p:spPr>
            <a:xfrm>
              <a:off x="7585376" y="2162660"/>
              <a:ext cx="1580992" cy="830997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5E4E600-70E4-FA12-F6A2-E803F173964D}"/>
                </a:ext>
              </a:extLst>
            </p:cNvPr>
            <p:cNvSpPr txBox="1"/>
            <p:nvPr/>
          </p:nvSpPr>
          <p:spPr>
            <a:xfrm>
              <a:off x="7665525" y="2186209"/>
              <a:ext cx="7496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Services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73BFD78-35DE-174B-5F33-09FA8E85AAB5}"/>
                </a:ext>
              </a:extLst>
            </p:cNvPr>
            <p:cNvSpPr txBox="1"/>
            <p:nvPr/>
          </p:nvSpPr>
          <p:spPr>
            <a:xfrm>
              <a:off x="7885266" y="2555541"/>
              <a:ext cx="13388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op1: (cp2, label2)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CE09590-4398-FB94-3AEC-6FFD591A40BB}"/>
                </a:ext>
              </a:extLst>
            </p:cNvPr>
            <p:cNvSpPr txBox="1"/>
            <p:nvPr/>
          </p:nvSpPr>
          <p:spPr>
            <a:xfrm>
              <a:off x="7878284" y="2638615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…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99C12A2-26CE-76A8-1180-A677A9034D5B}"/>
                </a:ext>
              </a:extLst>
            </p:cNvPr>
            <p:cNvSpPr txBox="1"/>
            <p:nvPr/>
          </p:nvSpPr>
          <p:spPr>
            <a:xfrm>
              <a:off x="7849421" y="2278542"/>
              <a:ext cx="381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…</a:t>
              </a: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04A3E247-F44C-1CA5-DF87-4D35B4290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5519" y="3017206"/>
              <a:ext cx="0" cy="79348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601E679A-86CB-9848-84BB-DEE11E2C200E}"/>
                </a:ext>
              </a:extLst>
            </p:cNvPr>
            <p:cNvGrpSpPr/>
            <p:nvPr/>
          </p:nvGrpSpPr>
          <p:grpSpPr>
            <a:xfrm>
              <a:off x="9565153" y="2045899"/>
              <a:ext cx="1378293" cy="1295353"/>
              <a:chOff x="5228073" y="606883"/>
              <a:chExt cx="1378293" cy="1295353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B5BA3792-A1A0-AA62-FFB9-0ACB4FFE9985}"/>
                  </a:ext>
                </a:extLst>
              </p:cNvPr>
              <p:cNvSpPr/>
              <p:nvPr/>
            </p:nvSpPr>
            <p:spPr>
              <a:xfrm>
                <a:off x="5266664" y="606883"/>
                <a:ext cx="1339702" cy="127358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6B7FA172-5130-8071-147C-7D3447996416}"/>
                  </a:ext>
                </a:extLst>
              </p:cNvPr>
              <p:cNvGrpSpPr/>
              <p:nvPr/>
            </p:nvGrpSpPr>
            <p:grpSpPr>
              <a:xfrm>
                <a:off x="5429805" y="929414"/>
                <a:ext cx="1016619" cy="765653"/>
                <a:chOff x="1630559" y="740862"/>
                <a:chExt cx="1016619" cy="765653"/>
              </a:xfrm>
            </p:grpSpPr>
            <p:sp>
              <p:nvSpPr>
                <p:cNvPr id="139" name="Rounded Rectangle 138">
                  <a:extLst>
                    <a:ext uri="{FF2B5EF4-FFF2-40B4-BE49-F238E27FC236}">
                      <a16:creationId xmlns:a16="http://schemas.microsoft.com/office/drawing/2014/main" id="{302A5D5D-2E19-5556-C8F4-A120E372F81B}"/>
                    </a:ext>
                  </a:extLst>
                </p:cNvPr>
                <p:cNvSpPr/>
                <p:nvPr/>
              </p:nvSpPr>
              <p:spPr>
                <a:xfrm>
                  <a:off x="1633759" y="740862"/>
                  <a:ext cx="1013419" cy="738355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1D238E6F-48B8-E897-D509-0C3B5E78C0E6}"/>
                    </a:ext>
                  </a:extLst>
                </p:cNvPr>
                <p:cNvSpPr txBox="1"/>
                <p:nvPr/>
              </p:nvSpPr>
              <p:spPr>
                <a:xfrm>
                  <a:off x="1630559" y="860184"/>
                  <a:ext cx="101341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‘srvRsp’</a:t>
                  </a:r>
                </a:p>
                <a:p>
                  <a:r>
                    <a:rPr lang="en-US"/>
                    <a:t>function</a:t>
                  </a:r>
                </a:p>
              </p:txBody>
            </p: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F80A04F-80F5-6286-F03A-0D83C78C0043}"/>
                  </a:ext>
                </a:extLst>
              </p:cNvPr>
              <p:cNvSpPr txBox="1"/>
              <p:nvPr/>
            </p:nvSpPr>
            <p:spPr>
              <a:xfrm>
                <a:off x="5228073" y="1625237"/>
                <a:ext cx="4331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cp2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DB869984-53DA-7C11-5575-744DA5DB45F1}"/>
                  </a:ext>
                </a:extLst>
              </p:cNvPr>
              <p:cNvSpPr txBox="1"/>
              <p:nvPr/>
            </p:nvSpPr>
            <p:spPr>
              <a:xfrm>
                <a:off x="5661205" y="888472"/>
                <a:ext cx="5966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/>
                  <a:t>label2</a:t>
                </a: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FFCE1EFF-9DD3-13A9-4D31-A05ED6736952}"/>
                </a:ext>
              </a:extLst>
            </p:cNvPr>
            <p:cNvGrpSpPr/>
            <p:nvPr/>
          </p:nvGrpSpPr>
          <p:grpSpPr>
            <a:xfrm>
              <a:off x="6339103" y="2203124"/>
              <a:ext cx="1013419" cy="688485"/>
              <a:chOff x="240769" y="2260026"/>
              <a:chExt cx="1013419" cy="738355"/>
            </a:xfrm>
          </p:grpSpPr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1B667ED4-B849-D3DC-0740-AD1C9A04683F}"/>
                  </a:ext>
                </a:extLst>
              </p:cNvPr>
              <p:cNvSpPr/>
              <p:nvPr/>
            </p:nvSpPr>
            <p:spPr>
              <a:xfrm>
                <a:off x="240769" y="2260026"/>
                <a:ext cx="1013419" cy="73835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16625D37-6AC5-4C02-D898-10AE9687E5E4}"/>
                  </a:ext>
                </a:extLst>
              </p:cNvPr>
              <p:cNvSpPr txBox="1"/>
              <p:nvPr/>
            </p:nvSpPr>
            <p:spPr>
              <a:xfrm>
                <a:off x="240769" y="2270659"/>
                <a:ext cx="1013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sending</a:t>
                </a:r>
              </a:p>
              <a:p>
                <a:r>
                  <a:rPr lang="en-US"/>
                  <a:t>function</a:t>
                </a:r>
              </a:p>
            </p:txBody>
          </p:sp>
        </p:grp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6D8BDE1-4461-2C48-BF86-B275C67B7252}"/>
                </a:ext>
              </a:extLst>
            </p:cNvPr>
            <p:cNvCxnSpPr>
              <a:cxnSpLocks/>
            </p:cNvCxnSpPr>
            <p:nvPr/>
          </p:nvCxnSpPr>
          <p:spPr>
            <a:xfrm>
              <a:off x="7178020" y="2907486"/>
              <a:ext cx="0" cy="7839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D8381DD-4F3A-2BEC-B3C3-0CF05C98A75A}"/>
                </a:ext>
              </a:extLst>
            </p:cNvPr>
            <p:cNvSpPr txBox="1"/>
            <p:nvPr/>
          </p:nvSpPr>
          <p:spPr>
            <a:xfrm>
              <a:off x="6289877" y="4845353"/>
              <a:ext cx="4601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Discovery of server through</a:t>
              </a:r>
            </a:p>
            <a:p>
              <a:pPr algn="ctr"/>
              <a:r>
                <a:rPr lang="en-US" sz="1600"/>
                <a:t>Services table of CmpPtn of sending function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C73E60A8-BAFB-6071-10F4-8367A69397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0594" y="2694040"/>
              <a:ext cx="603141" cy="1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351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134F4E-E66B-5D4A-849F-ED287D2E96F1}"/>
              </a:ext>
            </a:extLst>
          </p:cNvPr>
          <p:cNvCxnSpPr>
            <a:cxnSpLocks/>
          </p:cNvCxnSpPr>
          <p:nvPr/>
        </p:nvCxnSpPr>
        <p:spPr>
          <a:xfrm>
            <a:off x="1374140" y="2174512"/>
            <a:ext cx="1044609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82BDB5F-BC1D-2F28-69F0-04A83DAF1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76" y="1794511"/>
            <a:ext cx="647844" cy="760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DDBD09-A28C-994B-1E4E-FD68F358C0CF}"/>
              </a:ext>
            </a:extLst>
          </p:cNvPr>
          <p:cNvSpPr txBox="1"/>
          <p:nvPr/>
        </p:nvSpPr>
        <p:spPr>
          <a:xfrm>
            <a:off x="1422840" y="1656664"/>
            <a:ext cx="882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message</a:t>
            </a:r>
          </a:p>
          <a:p>
            <a:pPr algn="ctr"/>
            <a:r>
              <a:rPr lang="en-US" sz="1400" dirty="0"/>
              <a:t>type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35CA3F-601C-D17E-B25C-13C1ACB6D08D}"/>
              </a:ext>
            </a:extLst>
          </p:cNvPr>
          <p:cNvGrpSpPr/>
          <p:nvPr/>
        </p:nvGrpSpPr>
        <p:grpSpPr>
          <a:xfrm>
            <a:off x="2225889" y="1498892"/>
            <a:ext cx="1386009" cy="1538948"/>
            <a:chOff x="4254500" y="1384300"/>
            <a:chExt cx="3683000" cy="40894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3AA0A8-7731-36D0-29B9-78B63AED7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500" y="1384300"/>
              <a:ext cx="3683000" cy="40894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CA278E-86AB-D8B0-C723-BE87EFA485FB}"/>
                </a:ext>
              </a:extLst>
            </p:cNvPr>
            <p:cNvSpPr/>
            <p:nvPr/>
          </p:nvSpPr>
          <p:spPr>
            <a:xfrm>
              <a:off x="5212080" y="2306320"/>
              <a:ext cx="2011680" cy="1361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1FD94CF-F1C9-299B-2B6D-C0B79568CCE7}"/>
              </a:ext>
            </a:extLst>
          </p:cNvPr>
          <p:cNvSpPr txBox="1"/>
          <p:nvPr/>
        </p:nvSpPr>
        <p:spPr>
          <a:xfrm>
            <a:off x="2519948" y="1909969"/>
            <a:ext cx="849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msg2mc</a:t>
            </a:r>
          </a:p>
          <a:p>
            <a:pPr algn="ctr"/>
            <a:r>
              <a:rPr lang="en-US" sz="1200" dirty="0"/>
              <a:t>dictionary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210BE8-FCFF-1D99-F385-DCE2348C5DB6}"/>
              </a:ext>
            </a:extLst>
          </p:cNvPr>
          <p:cNvCxnSpPr>
            <a:cxnSpLocks/>
          </p:cNvCxnSpPr>
          <p:nvPr/>
        </p:nvCxnSpPr>
        <p:spPr>
          <a:xfrm>
            <a:off x="3456940" y="2174512"/>
            <a:ext cx="1044609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313786-65B2-0AA3-4972-19D924095BA0}"/>
              </a:ext>
            </a:extLst>
          </p:cNvPr>
          <p:cNvSpPr txBox="1"/>
          <p:nvPr/>
        </p:nvSpPr>
        <p:spPr>
          <a:xfrm>
            <a:off x="3497779" y="1651292"/>
            <a:ext cx="790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method</a:t>
            </a:r>
          </a:p>
          <a:p>
            <a:pPr algn="ctr"/>
            <a:r>
              <a:rPr lang="en-US" sz="1400" dirty="0"/>
              <a:t>code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2A61AC-DDEB-FE7A-5D0F-A853621C9004}"/>
              </a:ext>
            </a:extLst>
          </p:cNvPr>
          <p:cNvGrpSpPr/>
          <p:nvPr/>
        </p:nvGrpSpPr>
        <p:grpSpPr>
          <a:xfrm>
            <a:off x="4321215" y="1498892"/>
            <a:ext cx="1386009" cy="1538948"/>
            <a:chOff x="4711430" y="838492"/>
            <a:chExt cx="1386009" cy="153894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0AFEC3-85A3-F610-A68D-1E44811AC672}"/>
                </a:ext>
              </a:extLst>
            </p:cNvPr>
            <p:cNvGrpSpPr/>
            <p:nvPr/>
          </p:nvGrpSpPr>
          <p:grpSpPr>
            <a:xfrm>
              <a:off x="4711430" y="838492"/>
              <a:ext cx="1386009" cy="1538948"/>
              <a:chOff x="4254500" y="1384300"/>
              <a:chExt cx="3683000" cy="40894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9FF3C10-A1F3-46AE-21EF-36EF4F818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4500" y="1384300"/>
                <a:ext cx="3683000" cy="4089400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4AF0D7-B50D-3A5D-34A2-0B94496021A4}"/>
                  </a:ext>
                </a:extLst>
              </p:cNvPr>
              <p:cNvSpPr/>
              <p:nvPr/>
            </p:nvSpPr>
            <p:spPr>
              <a:xfrm>
                <a:off x="5212080" y="2306320"/>
                <a:ext cx="2011680" cy="1361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C6C554-3DC6-EA1B-2332-1CDDE372D66A}"/>
                </a:ext>
              </a:extLst>
            </p:cNvPr>
            <p:cNvSpPr txBox="1"/>
            <p:nvPr/>
          </p:nvSpPr>
          <p:spPr>
            <a:xfrm>
              <a:off x="5025752" y="1243763"/>
              <a:ext cx="8045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response</a:t>
              </a:r>
            </a:p>
            <a:p>
              <a:pPr algn="ctr"/>
              <a:r>
                <a:rPr lang="en-US" sz="1200" dirty="0"/>
                <a:t>methods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039A88C-07DC-C0D6-897A-718C59F04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202" y="610186"/>
            <a:ext cx="728423" cy="744611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ECBB08-9312-7D86-F32A-E9B219EC38A0}"/>
              </a:ext>
            </a:extLst>
          </p:cNvPr>
          <p:cNvCxnSpPr>
            <a:cxnSpLocks/>
          </p:cNvCxnSpPr>
          <p:nvPr/>
        </p:nvCxnSpPr>
        <p:spPr>
          <a:xfrm>
            <a:off x="5071518" y="1325315"/>
            <a:ext cx="0" cy="448876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1313D0E-142C-BB18-7C36-5126D4C8C6E6}"/>
              </a:ext>
            </a:extLst>
          </p:cNvPr>
          <p:cNvSpPr txBox="1"/>
          <p:nvPr/>
        </p:nvSpPr>
        <p:spPr>
          <a:xfrm>
            <a:off x="5071518" y="1320527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function class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7FF83C-58C5-46C2-1951-2E83397F4CDE}"/>
              </a:ext>
            </a:extLst>
          </p:cNvPr>
          <p:cNvCxnSpPr>
            <a:cxnSpLocks/>
          </p:cNvCxnSpPr>
          <p:nvPr/>
        </p:nvCxnSpPr>
        <p:spPr>
          <a:xfrm>
            <a:off x="5071518" y="2885422"/>
            <a:ext cx="0" cy="508018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09C5218-21B2-CC33-DDD8-FC148B430E77}"/>
              </a:ext>
            </a:extLst>
          </p:cNvPr>
          <p:cNvGrpSpPr/>
          <p:nvPr/>
        </p:nvGrpSpPr>
        <p:grpSpPr>
          <a:xfrm>
            <a:off x="3811117" y="4102568"/>
            <a:ext cx="1386009" cy="1538948"/>
            <a:chOff x="5929338" y="2502458"/>
            <a:chExt cx="1386009" cy="15389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FDFBD50-1F37-F71F-95FF-C18B89929819}"/>
                </a:ext>
              </a:extLst>
            </p:cNvPr>
            <p:cNvGrpSpPr/>
            <p:nvPr/>
          </p:nvGrpSpPr>
          <p:grpSpPr>
            <a:xfrm>
              <a:off x="5929338" y="2502458"/>
              <a:ext cx="1386009" cy="1538948"/>
              <a:chOff x="4254500" y="1384300"/>
              <a:chExt cx="3683000" cy="4089400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0BA0312-AC61-248A-4609-1F9C00699C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4500" y="1384300"/>
                <a:ext cx="3683000" cy="4089400"/>
              </a:xfrm>
              <a:prstGeom prst="rect">
                <a:avLst/>
              </a:prstGeom>
            </p:spPr>
          </p:pic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B7EA18-AE77-1E1F-D359-296810B8632C}"/>
                  </a:ext>
                </a:extLst>
              </p:cNvPr>
              <p:cNvSpPr/>
              <p:nvPr/>
            </p:nvSpPr>
            <p:spPr>
              <a:xfrm>
                <a:off x="5212080" y="2306320"/>
                <a:ext cx="2011680" cy="1361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B92305-B02C-0953-55CB-F7B9C35BEB46}"/>
                </a:ext>
              </a:extLst>
            </p:cNvPr>
            <p:cNvSpPr txBox="1"/>
            <p:nvPr/>
          </p:nvSpPr>
          <p:spPr>
            <a:xfrm>
              <a:off x="6197836" y="2993857"/>
              <a:ext cx="8490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msg2msg</a:t>
              </a:r>
            </a:p>
            <a:p>
              <a:pPr algn="ctr"/>
              <a:r>
                <a:rPr lang="en-US" sz="1200" dirty="0"/>
                <a:t>dictionary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1B85225-577D-F412-E96A-782646765CDC}"/>
              </a:ext>
            </a:extLst>
          </p:cNvPr>
          <p:cNvGrpSpPr/>
          <p:nvPr/>
        </p:nvGrpSpPr>
        <p:grpSpPr>
          <a:xfrm>
            <a:off x="2703466" y="2649509"/>
            <a:ext cx="2265133" cy="1809165"/>
            <a:chOff x="2236151" y="3190240"/>
            <a:chExt cx="2265133" cy="180916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8C0884-7845-89EC-D026-886D0C29E722}"/>
                </a:ext>
              </a:extLst>
            </p:cNvPr>
            <p:cNvGrpSpPr/>
            <p:nvPr/>
          </p:nvGrpSpPr>
          <p:grpSpPr>
            <a:xfrm>
              <a:off x="3018553" y="3713460"/>
              <a:ext cx="934174" cy="852621"/>
              <a:chOff x="7487920" y="5375186"/>
              <a:chExt cx="934174" cy="852621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82D8116-6508-B6BD-A53B-754F017AFFE8}"/>
                  </a:ext>
                </a:extLst>
              </p:cNvPr>
              <p:cNvSpPr/>
              <p:nvPr/>
            </p:nvSpPr>
            <p:spPr>
              <a:xfrm>
                <a:off x="7487920" y="5537473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2BF6EF6-0F35-8C1C-97D7-8658BC23DB47}"/>
                  </a:ext>
                </a:extLst>
              </p:cNvPr>
              <p:cNvSpPr/>
              <p:nvPr/>
            </p:nvSpPr>
            <p:spPr>
              <a:xfrm>
                <a:off x="7487920" y="5903233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8CEBB09-9D9D-E252-C2AE-38E72D117F75}"/>
                  </a:ext>
                </a:extLst>
              </p:cNvPr>
              <p:cNvSpPr/>
              <p:nvPr/>
            </p:nvSpPr>
            <p:spPr>
              <a:xfrm>
                <a:off x="7843520" y="5699760"/>
                <a:ext cx="162287" cy="16228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929402B-A82E-7F69-4804-2341D313890A}"/>
                  </a:ext>
                </a:extLst>
              </p:cNvPr>
              <p:cNvSpPr/>
              <p:nvPr/>
            </p:nvSpPr>
            <p:spPr>
              <a:xfrm>
                <a:off x="8097520" y="5375186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40E4F4D-8D02-5414-2952-33B63B91E423}"/>
                  </a:ext>
                </a:extLst>
              </p:cNvPr>
              <p:cNvSpPr/>
              <p:nvPr/>
            </p:nvSpPr>
            <p:spPr>
              <a:xfrm>
                <a:off x="8259807" y="5710056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C5E2C13-7059-6507-423F-22494537BFA3}"/>
                  </a:ext>
                </a:extLst>
              </p:cNvPr>
              <p:cNvSpPr/>
              <p:nvPr/>
            </p:nvSpPr>
            <p:spPr>
              <a:xfrm>
                <a:off x="8097519" y="6065520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38FD2EA8-3AAC-04E1-7764-51876CF3692A}"/>
                  </a:ext>
                </a:extLst>
              </p:cNvPr>
              <p:cNvCxnSpPr>
                <a:stCxn id="40" idx="6"/>
                <a:endCxn id="42" idx="1"/>
              </p:cNvCxnSpPr>
              <p:nvPr/>
            </p:nvCxnSpPr>
            <p:spPr>
              <a:xfrm>
                <a:off x="7650207" y="5618617"/>
                <a:ext cx="217079" cy="104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D35DBC3-BB79-0B16-58B5-9C6AF2087497}"/>
                  </a:ext>
                </a:extLst>
              </p:cNvPr>
              <p:cNvCxnSpPr>
                <a:stCxn id="41" idx="6"/>
                <a:endCxn id="42" idx="3"/>
              </p:cNvCxnSpPr>
              <p:nvPr/>
            </p:nvCxnSpPr>
            <p:spPr>
              <a:xfrm flipV="1">
                <a:off x="7650207" y="5838281"/>
                <a:ext cx="217079" cy="1460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4036967B-EEE5-97DC-8D26-86C2C4023425}"/>
                  </a:ext>
                </a:extLst>
              </p:cNvPr>
              <p:cNvCxnSpPr>
                <a:cxnSpLocks/>
                <a:endCxn id="43" idx="4"/>
              </p:cNvCxnSpPr>
              <p:nvPr/>
            </p:nvCxnSpPr>
            <p:spPr>
              <a:xfrm flipV="1">
                <a:off x="7961583" y="5537473"/>
                <a:ext cx="217081" cy="193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4C0066D-43A3-474D-8C16-10A76A3E3E02}"/>
                  </a:ext>
                </a:extLst>
              </p:cNvPr>
              <p:cNvCxnSpPr>
                <a:cxnSpLocks/>
                <a:endCxn id="44" idx="2"/>
              </p:cNvCxnSpPr>
              <p:nvPr/>
            </p:nvCxnSpPr>
            <p:spPr>
              <a:xfrm flipV="1">
                <a:off x="8005807" y="5791200"/>
                <a:ext cx="254000" cy="205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CDC9961-3B57-6250-0BD7-FB174E0C7521}"/>
                  </a:ext>
                </a:extLst>
              </p:cNvPr>
              <p:cNvCxnSpPr>
                <a:cxnSpLocks/>
                <a:endCxn id="45" idx="1"/>
              </p:cNvCxnSpPr>
              <p:nvPr/>
            </p:nvCxnSpPr>
            <p:spPr>
              <a:xfrm>
                <a:off x="7943123" y="5862047"/>
                <a:ext cx="178162" cy="2272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090402F-AF23-424A-AAB5-E664CFF13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6151" y="3190240"/>
              <a:ext cx="2265133" cy="1809165"/>
            </a:xfrm>
            <a:prstGeom prst="rect">
              <a:avLst/>
            </a:prstGeom>
          </p:spPr>
        </p:pic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30A0F3AA-3070-6E4B-6E8D-6874C224C36F}"/>
              </a:ext>
            </a:extLst>
          </p:cNvPr>
          <p:cNvSpPr/>
          <p:nvPr/>
        </p:nvSpPr>
        <p:spPr>
          <a:xfrm>
            <a:off x="4624351" y="3584117"/>
            <a:ext cx="916849" cy="9168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EAB8A36-A021-D89E-E9CF-8CA381BB24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40" y="3253664"/>
            <a:ext cx="1528579" cy="1467025"/>
          </a:xfrm>
          <a:prstGeom prst="rect">
            <a:avLst/>
          </a:prstGeom>
          <a:noFill/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A6C89233-9463-ECFD-8E23-6DD90F206D8D}"/>
              </a:ext>
            </a:extLst>
          </p:cNvPr>
          <p:cNvGrpSpPr/>
          <p:nvPr/>
        </p:nvGrpSpPr>
        <p:grpSpPr>
          <a:xfrm>
            <a:off x="4630211" y="3700737"/>
            <a:ext cx="881023" cy="400110"/>
            <a:chOff x="4660177" y="3842486"/>
            <a:chExt cx="881023" cy="4001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C1BFE1-D2B4-95C7-D43E-AC2A9B7577C5}"/>
                </a:ext>
              </a:extLst>
            </p:cNvPr>
            <p:cNvSpPr txBox="1"/>
            <p:nvPr/>
          </p:nvSpPr>
          <p:spPr>
            <a:xfrm>
              <a:off x="4866015" y="3863401"/>
              <a:ext cx="6751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pple Chancery" panose="03020702040506060504" pitchFamily="66" charset="-79"/>
                  <a:cs typeface="Apple Chancery" panose="03020702040506060504" pitchFamily="66" charset="-79"/>
                </a:rPr>
                <a:t>(msg)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18C1E4D-2306-C2F4-1C01-55D57AF7FBE8}"/>
                </a:ext>
              </a:extLst>
            </p:cNvPr>
            <p:cNvSpPr txBox="1"/>
            <p:nvPr/>
          </p:nvSpPr>
          <p:spPr>
            <a:xfrm>
              <a:off x="4660177" y="3842486"/>
              <a:ext cx="3690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pple Chancery" panose="03020702040506060504" pitchFamily="66" charset="-79"/>
                  <a:cs typeface="Apple Chancery" panose="03020702040506060504" pitchFamily="66" charset="-79"/>
                </a:rPr>
                <a:t>F</a:t>
              </a: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E6F82C6-D1EA-1D85-6789-1240CD38B9D2}"/>
              </a:ext>
            </a:extLst>
          </p:cNvPr>
          <p:cNvCxnSpPr>
            <a:cxnSpLocks/>
          </p:cNvCxnSpPr>
          <p:nvPr/>
        </p:nvCxnSpPr>
        <p:spPr>
          <a:xfrm>
            <a:off x="2093119" y="4872042"/>
            <a:ext cx="1916265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4B6A5DF-86A3-7CE2-4BAF-49608A21159B}"/>
              </a:ext>
            </a:extLst>
          </p:cNvPr>
          <p:cNvCxnSpPr>
            <a:cxnSpLocks/>
          </p:cNvCxnSpPr>
          <p:nvPr/>
        </p:nvCxnSpPr>
        <p:spPr>
          <a:xfrm>
            <a:off x="2093119" y="2174512"/>
            <a:ext cx="14010" cy="2697530"/>
          </a:xfrm>
          <a:prstGeom prst="straightConnector1">
            <a:avLst/>
          </a:prstGeom>
          <a:ln w="53975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0A59942-9685-27AB-3DF9-B68DDC55D4BF}"/>
              </a:ext>
            </a:extLst>
          </p:cNvPr>
          <p:cNvCxnSpPr>
            <a:cxnSpLocks/>
          </p:cNvCxnSpPr>
          <p:nvPr/>
        </p:nvCxnSpPr>
        <p:spPr>
          <a:xfrm>
            <a:off x="5707224" y="4050671"/>
            <a:ext cx="1943088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15861753-D51D-830F-2D54-127094099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969" y="3552976"/>
            <a:ext cx="647844" cy="760003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D8D6D691-AA9A-238E-6568-5A9473A3D888}"/>
              </a:ext>
            </a:extLst>
          </p:cNvPr>
          <p:cNvGrpSpPr/>
          <p:nvPr/>
        </p:nvGrpSpPr>
        <p:grpSpPr>
          <a:xfrm>
            <a:off x="6352638" y="3468614"/>
            <a:ext cx="2265133" cy="1809165"/>
            <a:chOff x="6182602" y="4705720"/>
            <a:chExt cx="2265133" cy="1809165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0163381-4F65-BAA0-A489-97B69E0ABAE9}"/>
                </a:ext>
              </a:extLst>
            </p:cNvPr>
            <p:cNvGrpSpPr/>
            <p:nvPr/>
          </p:nvGrpSpPr>
          <p:grpSpPr>
            <a:xfrm>
              <a:off x="6878426" y="5229183"/>
              <a:ext cx="934174" cy="852621"/>
              <a:chOff x="7487920" y="5375186"/>
              <a:chExt cx="934174" cy="852621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08E1536-4FC7-D8B3-859C-9E74A22FD4A6}"/>
                  </a:ext>
                </a:extLst>
              </p:cNvPr>
              <p:cNvSpPr/>
              <p:nvPr/>
            </p:nvSpPr>
            <p:spPr>
              <a:xfrm>
                <a:off x="7487920" y="5537473"/>
                <a:ext cx="162287" cy="16228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1">
                    <a:shade val="15000"/>
                    <a:alpha val="4636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779EDCF-7587-A8F1-D4C6-9E5C53944D2B}"/>
                  </a:ext>
                </a:extLst>
              </p:cNvPr>
              <p:cNvSpPr/>
              <p:nvPr/>
            </p:nvSpPr>
            <p:spPr>
              <a:xfrm>
                <a:off x="7487920" y="5903233"/>
                <a:ext cx="162287" cy="16228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1">
                    <a:shade val="15000"/>
                    <a:alpha val="4636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83D17CCE-C732-A4C4-D1D0-3D4BE1638408}"/>
                  </a:ext>
                </a:extLst>
              </p:cNvPr>
              <p:cNvSpPr/>
              <p:nvPr/>
            </p:nvSpPr>
            <p:spPr>
              <a:xfrm>
                <a:off x="7843520" y="5699760"/>
                <a:ext cx="162287" cy="16228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A9DC999-5FB3-3E06-3C4F-200FA3544142}"/>
                  </a:ext>
                </a:extLst>
              </p:cNvPr>
              <p:cNvSpPr/>
              <p:nvPr/>
            </p:nvSpPr>
            <p:spPr>
              <a:xfrm>
                <a:off x="8097520" y="5375186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D1C65530-3C97-FA4C-5F03-5B29761B4DEA}"/>
                  </a:ext>
                </a:extLst>
              </p:cNvPr>
              <p:cNvSpPr/>
              <p:nvPr/>
            </p:nvSpPr>
            <p:spPr>
              <a:xfrm>
                <a:off x="8259807" y="5710056"/>
                <a:ext cx="162287" cy="16228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1">
                    <a:shade val="15000"/>
                    <a:alpha val="4636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E900799-7895-FED8-BF6C-F25D94C6CF80}"/>
                  </a:ext>
                </a:extLst>
              </p:cNvPr>
              <p:cNvSpPr/>
              <p:nvPr/>
            </p:nvSpPr>
            <p:spPr>
              <a:xfrm>
                <a:off x="8097519" y="6065520"/>
                <a:ext cx="162287" cy="16228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1">
                    <a:shade val="15000"/>
                    <a:alpha val="4636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E4C4EA54-B42B-9AE0-BDC1-21BDA0356DC9}"/>
                  </a:ext>
                </a:extLst>
              </p:cNvPr>
              <p:cNvCxnSpPr>
                <a:stCxn id="75" idx="6"/>
                <a:endCxn id="77" idx="1"/>
              </p:cNvCxnSpPr>
              <p:nvPr/>
            </p:nvCxnSpPr>
            <p:spPr>
              <a:xfrm>
                <a:off x="7650207" y="5618617"/>
                <a:ext cx="217079" cy="104909"/>
              </a:xfrm>
              <a:prstGeom prst="straightConnector1">
                <a:avLst/>
              </a:prstGeom>
              <a:ln>
                <a:solidFill>
                  <a:schemeClr val="accent1">
                    <a:alpha val="2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EAB4849E-9DFB-3232-063F-78230B72D248}"/>
                  </a:ext>
                </a:extLst>
              </p:cNvPr>
              <p:cNvCxnSpPr>
                <a:stCxn id="76" idx="6"/>
                <a:endCxn id="77" idx="3"/>
              </p:cNvCxnSpPr>
              <p:nvPr/>
            </p:nvCxnSpPr>
            <p:spPr>
              <a:xfrm flipV="1">
                <a:off x="7650207" y="5838281"/>
                <a:ext cx="217079" cy="146096"/>
              </a:xfrm>
              <a:prstGeom prst="straightConnector1">
                <a:avLst/>
              </a:prstGeom>
              <a:ln>
                <a:solidFill>
                  <a:schemeClr val="accent1">
                    <a:alpha val="2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7DF0A0DD-1757-C1C7-FC42-BF3A5F1B8528}"/>
                  </a:ext>
                </a:extLst>
              </p:cNvPr>
              <p:cNvCxnSpPr>
                <a:cxnSpLocks/>
                <a:endCxn id="78" idx="4"/>
              </p:cNvCxnSpPr>
              <p:nvPr/>
            </p:nvCxnSpPr>
            <p:spPr>
              <a:xfrm flipV="1">
                <a:off x="7961583" y="5537473"/>
                <a:ext cx="217081" cy="193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B7F535B-D4F3-C763-F85D-A5AE3492ABF5}"/>
                  </a:ext>
                </a:extLst>
              </p:cNvPr>
              <p:cNvCxnSpPr>
                <a:cxnSpLocks/>
                <a:endCxn id="79" idx="2"/>
              </p:cNvCxnSpPr>
              <p:nvPr/>
            </p:nvCxnSpPr>
            <p:spPr>
              <a:xfrm flipV="1">
                <a:off x="8005807" y="5791200"/>
                <a:ext cx="254000" cy="20593"/>
              </a:xfrm>
              <a:prstGeom prst="straightConnector1">
                <a:avLst/>
              </a:prstGeom>
              <a:ln>
                <a:solidFill>
                  <a:schemeClr val="accent1">
                    <a:alpha val="2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8A97AA7-B1A8-BBA6-51D1-22FE409AA50A}"/>
                  </a:ext>
                </a:extLst>
              </p:cNvPr>
              <p:cNvCxnSpPr>
                <a:cxnSpLocks/>
                <a:endCxn id="80" idx="1"/>
              </p:cNvCxnSpPr>
              <p:nvPr/>
            </p:nvCxnSpPr>
            <p:spPr>
              <a:xfrm>
                <a:off x="7943123" y="5862047"/>
                <a:ext cx="178162" cy="227239"/>
              </a:xfrm>
              <a:prstGeom prst="straightConnector1">
                <a:avLst/>
              </a:prstGeom>
              <a:ln>
                <a:solidFill>
                  <a:schemeClr val="accent1">
                    <a:alpha val="2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2BEF533-92FC-CDE4-CBEC-83A3241B0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2602" y="4705720"/>
              <a:ext cx="2265133" cy="1809165"/>
            </a:xfrm>
            <a:prstGeom prst="rect">
              <a:avLst/>
            </a:prstGeom>
          </p:spPr>
        </p:pic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A1160250-61CA-C155-30D5-9504E6E8B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9802" y="4023311"/>
            <a:ext cx="307345" cy="34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4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DC44-DBDF-C7C2-8F40-BB8CA434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2F65D16F-21C2-0D03-113A-F78126D72013}"/>
              </a:ext>
            </a:extLst>
          </p:cNvPr>
          <p:cNvGrpSpPr/>
          <p:nvPr/>
        </p:nvGrpSpPr>
        <p:grpSpPr>
          <a:xfrm>
            <a:off x="3553067" y="3179476"/>
            <a:ext cx="1459640" cy="1492079"/>
            <a:chOff x="6000769" y="1677423"/>
            <a:chExt cx="1459640" cy="149207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944787F-9977-368B-0A02-D368D16930ED}"/>
                </a:ext>
              </a:extLst>
            </p:cNvPr>
            <p:cNvGrpSpPr/>
            <p:nvPr/>
          </p:nvGrpSpPr>
          <p:grpSpPr>
            <a:xfrm>
              <a:off x="6000769" y="1677423"/>
              <a:ext cx="1459640" cy="1492079"/>
              <a:chOff x="6000769" y="833639"/>
              <a:chExt cx="2285080" cy="2335863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E04DCAA-2F51-D2BA-4A43-D84E07AE99FA}"/>
                  </a:ext>
                </a:extLst>
              </p:cNvPr>
              <p:cNvSpPr/>
              <p:nvPr/>
            </p:nvSpPr>
            <p:spPr>
              <a:xfrm>
                <a:off x="6277873" y="1252950"/>
                <a:ext cx="1569037" cy="156903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5DDDD5D-D290-FB46-E002-2C4C8B220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00769" y="833639"/>
                <a:ext cx="2285080" cy="2335863"/>
              </a:xfrm>
              <a:prstGeom prst="rect">
                <a:avLst/>
              </a:prstGeom>
            </p:spPr>
          </p:pic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7EEFEEA-0866-C456-2C20-C9273AF1E3CE}"/>
                  </a:ext>
                </a:extLst>
              </p:cNvPr>
              <p:cNvSpPr/>
              <p:nvPr/>
            </p:nvSpPr>
            <p:spPr>
              <a:xfrm>
                <a:off x="6833912" y="1384880"/>
                <a:ext cx="558925" cy="52508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6E37CF3-1E9C-DCF8-DD48-F6C57BB01E95}"/>
                  </a:ext>
                </a:extLst>
              </p:cNvPr>
              <p:cNvSpPr/>
              <p:nvPr/>
            </p:nvSpPr>
            <p:spPr>
              <a:xfrm>
                <a:off x="6580479" y="2024647"/>
                <a:ext cx="1064451" cy="685001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C256590-3AAF-F4F1-F501-A535CB18719D}"/>
                </a:ext>
              </a:extLst>
            </p:cNvPr>
            <p:cNvGrpSpPr/>
            <p:nvPr/>
          </p:nvGrpSpPr>
          <p:grpSpPr>
            <a:xfrm>
              <a:off x="6260159" y="2176758"/>
              <a:ext cx="880957" cy="656702"/>
              <a:chOff x="9925869" y="632730"/>
              <a:chExt cx="880957" cy="656702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C7EC81AA-E627-CC6C-B312-AC73FFC2D452}"/>
                  </a:ext>
                </a:extLst>
              </p:cNvPr>
              <p:cNvGrpSpPr/>
              <p:nvPr/>
            </p:nvGrpSpPr>
            <p:grpSpPr>
              <a:xfrm>
                <a:off x="9925869" y="632730"/>
                <a:ext cx="880957" cy="400110"/>
                <a:chOff x="6350820" y="2997340"/>
                <a:chExt cx="880957" cy="400110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3274421-3F08-7971-7D45-5226D5098370}"/>
                    </a:ext>
                  </a:extLst>
                </p:cNvPr>
                <p:cNvSpPr txBox="1"/>
                <p:nvPr/>
              </p:nvSpPr>
              <p:spPr>
                <a:xfrm>
                  <a:off x="6556592" y="3002988"/>
                  <a:ext cx="67518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pple Chancery" panose="03020702040506060504" pitchFamily="66" charset="-79"/>
                      <a:cs typeface="Apple Chancery" panose="03020702040506060504" pitchFamily="66" charset="-79"/>
                    </a:rPr>
                    <a:t>(msg)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79671D8-FA9C-8786-D282-299B48BD849F}"/>
                    </a:ext>
                  </a:extLst>
                </p:cNvPr>
                <p:cNvSpPr txBox="1"/>
                <p:nvPr/>
              </p:nvSpPr>
              <p:spPr>
                <a:xfrm>
                  <a:off x="6350820" y="2997340"/>
                  <a:ext cx="36901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Apple Chancery" panose="03020702040506060504" pitchFamily="66" charset="-79"/>
                      <a:cs typeface="Apple Chancery" panose="03020702040506060504" pitchFamily="66" charset="-79"/>
                    </a:rPr>
                    <a:t>F</a:t>
                  </a:r>
                </a:p>
              </p:txBody>
            </p:sp>
          </p:grpSp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5B4E9112-2576-9E9C-8796-9F63B720B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0054" y="945057"/>
                <a:ext cx="307345" cy="344375"/>
              </a:xfrm>
              <a:prstGeom prst="rect">
                <a:avLst/>
              </a:prstGeom>
            </p:spPr>
          </p:pic>
        </p:grp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68E13DA1-218A-CCB0-2FF7-FCFC6C0BD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194" y="3916592"/>
            <a:ext cx="1386009" cy="153894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354BCF8-78D8-3A44-4796-E8A6C069D09D}"/>
              </a:ext>
            </a:extLst>
          </p:cNvPr>
          <p:cNvSpPr txBox="1"/>
          <p:nvPr/>
        </p:nvSpPr>
        <p:spPr>
          <a:xfrm>
            <a:off x="2544145" y="4443865"/>
            <a:ext cx="849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msg2msg</a:t>
            </a:r>
          </a:p>
          <a:p>
            <a:pPr algn="ctr"/>
            <a:r>
              <a:rPr lang="en-US" sz="1200" dirty="0"/>
              <a:t>dictionary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272DC0-B2E3-E6F0-D8B7-378198F637CB}"/>
              </a:ext>
            </a:extLst>
          </p:cNvPr>
          <p:cNvGrpSpPr/>
          <p:nvPr/>
        </p:nvGrpSpPr>
        <p:grpSpPr>
          <a:xfrm>
            <a:off x="1069823" y="3253722"/>
            <a:ext cx="2497703" cy="1538948"/>
            <a:chOff x="586689" y="1314629"/>
            <a:chExt cx="6637071" cy="408940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3E14F58-612C-98C6-340B-1BF4EB9B2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6689" y="1314629"/>
              <a:ext cx="3683000" cy="40894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D3B40AC-3953-E44C-D9A1-0E8B0AAC7AEF}"/>
                </a:ext>
              </a:extLst>
            </p:cNvPr>
            <p:cNvSpPr/>
            <p:nvPr/>
          </p:nvSpPr>
          <p:spPr>
            <a:xfrm>
              <a:off x="5212080" y="2306320"/>
              <a:ext cx="2011680" cy="1361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6A779D6-58DA-9640-8A2C-E0DD2A5BEFA8}"/>
              </a:ext>
            </a:extLst>
          </p:cNvPr>
          <p:cNvSpPr txBox="1"/>
          <p:nvPr/>
        </p:nvSpPr>
        <p:spPr>
          <a:xfrm>
            <a:off x="1269323" y="3676277"/>
            <a:ext cx="932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timingcode</a:t>
            </a:r>
          </a:p>
          <a:p>
            <a:pPr algn="ctr"/>
            <a:r>
              <a:rPr lang="en-US" sz="1200" dirty="0"/>
              <a:t>dictionary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F8FF74-5BBC-0520-51C7-EE7734CD9809}"/>
              </a:ext>
            </a:extLst>
          </p:cNvPr>
          <p:cNvCxnSpPr>
            <a:cxnSpLocks/>
          </p:cNvCxnSpPr>
          <p:nvPr/>
        </p:nvCxnSpPr>
        <p:spPr>
          <a:xfrm>
            <a:off x="1374140" y="2174512"/>
            <a:ext cx="1044609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53070E0-2829-50E2-A457-DB4ABDABF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76" y="1794511"/>
            <a:ext cx="647844" cy="760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773917-4D36-BEA5-DB54-46911EF0C198}"/>
              </a:ext>
            </a:extLst>
          </p:cNvPr>
          <p:cNvSpPr txBox="1"/>
          <p:nvPr/>
        </p:nvSpPr>
        <p:spPr>
          <a:xfrm>
            <a:off x="1415245" y="1679245"/>
            <a:ext cx="882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message</a:t>
            </a:r>
          </a:p>
          <a:p>
            <a:pPr algn="ctr"/>
            <a:r>
              <a:rPr lang="en-US" sz="1400" dirty="0"/>
              <a:t>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F4AA0-821C-A0F6-8A7E-1AE7BFFB2C2A}"/>
              </a:ext>
            </a:extLst>
          </p:cNvPr>
          <p:cNvSpPr txBox="1"/>
          <p:nvPr/>
        </p:nvSpPr>
        <p:spPr>
          <a:xfrm>
            <a:off x="2519948" y="1909969"/>
            <a:ext cx="849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msg2mc</a:t>
            </a:r>
          </a:p>
          <a:p>
            <a:pPr algn="ctr"/>
            <a:r>
              <a:rPr lang="en-US" sz="1200" dirty="0"/>
              <a:t>dictionary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1763C1-CB2A-FE32-59F4-2F28CBDA2149}"/>
              </a:ext>
            </a:extLst>
          </p:cNvPr>
          <p:cNvCxnSpPr>
            <a:cxnSpLocks/>
          </p:cNvCxnSpPr>
          <p:nvPr/>
        </p:nvCxnSpPr>
        <p:spPr>
          <a:xfrm>
            <a:off x="3456940" y="2174512"/>
            <a:ext cx="1044609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B54781B-B27D-B612-250B-F2A8D19E904D}"/>
              </a:ext>
            </a:extLst>
          </p:cNvPr>
          <p:cNvSpPr txBox="1"/>
          <p:nvPr/>
        </p:nvSpPr>
        <p:spPr>
          <a:xfrm>
            <a:off x="3553067" y="1677423"/>
            <a:ext cx="790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method</a:t>
            </a:r>
          </a:p>
          <a:p>
            <a:pPr algn="ctr"/>
            <a:r>
              <a:rPr lang="en-US" sz="1400" dirty="0"/>
              <a:t>code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B1B132-27C6-E6B7-6F38-06E2DC1C746B}"/>
              </a:ext>
            </a:extLst>
          </p:cNvPr>
          <p:cNvGrpSpPr/>
          <p:nvPr/>
        </p:nvGrpSpPr>
        <p:grpSpPr>
          <a:xfrm>
            <a:off x="4305041" y="1369847"/>
            <a:ext cx="1386009" cy="1538948"/>
            <a:chOff x="4711430" y="838492"/>
            <a:chExt cx="1386009" cy="153894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5709DA8-29C3-FEBB-FAD2-9391FD86EDF4}"/>
                </a:ext>
              </a:extLst>
            </p:cNvPr>
            <p:cNvGrpSpPr/>
            <p:nvPr/>
          </p:nvGrpSpPr>
          <p:grpSpPr>
            <a:xfrm>
              <a:off x="4711430" y="838492"/>
              <a:ext cx="1386009" cy="1538948"/>
              <a:chOff x="4254500" y="1384300"/>
              <a:chExt cx="3683000" cy="40894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1F4CC6D-AF03-3BDD-351A-D9C10EB94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4500" y="1384300"/>
                <a:ext cx="3683000" cy="4089400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495BEFA-0E29-4BDB-3DC9-07D06EEF99B1}"/>
                  </a:ext>
                </a:extLst>
              </p:cNvPr>
              <p:cNvSpPr/>
              <p:nvPr/>
            </p:nvSpPr>
            <p:spPr>
              <a:xfrm>
                <a:off x="5212080" y="2306320"/>
                <a:ext cx="2011680" cy="1361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F445B1-51CA-87E8-14CA-26A86846094E}"/>
                </a:ext>
              </a:extLst>
            </p:cNvPr>
            <p:cNvSpPr txBox="1"/>
            <p:nvPr/>
          </p:nvSpPr>
          <p:spPr>
            <a:xfrm>
              <a:off x="5025752" y="1243763"/>
              <a:ext cx="8045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response</a:t>
              </a:r>
            </a:p>
            <a:p>
              <a:pPr algn="ctr"/>
              <a:r>
                <a:rPr lang="en-US" sz="1200" dirty="0"/>
                <a:t>methods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3BE0A09-2FCB-44AB-5A74-59BCB9813198}"/>
              </a:ext>
            </a:extLst>
          </p:cNvPr>
          <p:cNvSpPr txBox="1"/>
          <p:nvPr/>
        </p:nvSpPr>
        <p:spPr>
          <a:xfrm>
            <a:off x="3580600" y="2779485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function class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C17401-8BF9-E0AB-4D05-552A8449FE62}"/>
              </a:ext>
            </a:extLst>
          </p:cNvPr>
          <p:cNvCxnSpPr>
            <a:cxnSpLocks/>
          </p:cNvCxnSpPr>
          <p:nvPr/>
        </p:nvCxnSpPr>
        <p:spPr>
          <a:xfrm flipH="1">
            <a:off x="4719751" y="3183503"/>
            <a:ext cx="443309" cy="278974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A3E004C-138B-1BFA-0024-787549DBC191}"/>
              </a:ext>
            </a:extLst>
          </p:cNvPr>
          <p:cNvGrpSpPr/>
          <p:nvPr/>
        </p:nvGrpSpPr>
        <p:grpSpPr>
          <a:xfrm>
            <a:off x="1372281" y="2601325"/>
            <a:ext cx="953694" cy="761717"/>
            <a:chOff x="2236151" y="3190240"/>
            <a:chExt cx="2265133" cy="180916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1594541-A981-74CC-288F-B4EE7BCBBB57}"/>
                </a:ext>
              </a:extLst>
            </p:cNvPr>
            <p:cNvGrpSpPr/>
            <p:nvPr/>
          </p:nvGrpSpPr>
          <p:grpSpPr>
            <a:xfrm>
              <a:off x="3018553" y="3713460"/>
              <a:ext cx="934174" cy="852621"/>
              <a:chOff x="7487920" y="5375186"/>
              <a:chExt cx="934174" cy="852621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44D5982-6C04-8BAE-E8BC-E2E4B32F0360}"/>
                  </a:ext>
                </a:extLst>
              </p:cNvPr>
              <p:cNvSpPr/>
              <p:nvPr/>
            </p:nvSpPr>
            <p:spPr>
              <a:xfrm>
                <a:off x="7487920" y="5537473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C60698C-92F8-9C24-103F-A79DE1728397}"/>
                  </a:ext>
                </a:extLst>
              </p:cNvPr>
              <p:cNvSpPr/>
              <p:nvPr/>
            </p:nvSpPr>
            <p:spPr>
              <a:xfrm>
                <a:off x="7487920" y="5903233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B9DE8B-8127-06FA-478C-AE77F674011B}"/>
                  </a:ext>
                </a:extLst>
              </p:cNvPr>
              <p:cNvSpPr/>
              <p:nvPr/>
            </p:nvSpPr>
            <p:spPr>
              <a:xfrm>
                <a:off x="7843520" y="5699760"/>
                <a:ext cx="162287" cy="16228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FB355A7-BF33-D0A9-B39C-C3151D909181}"/>
                  </a:ext>
                </a:extLst>
              </p:cNvPr>
              <p:cNvSpPr/>
              <p:nvPr/>
            </p:nvSpPr>
            <p:spPr>
              <a:xfrm>
                <a:off x="8097520" y="5375186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3DDC2D0-CE6D-9708-B74F-4E5165F0C0AA}"/>
                  </a:ext>
                </a:extLst>
              </p:cNvPr>
              <p:cNvSpPr/>
              <p:nvPr/>
            </p:nvSpPr>
            <p:spPr>
              <a:xfrm>
                <a:off x="8259807" y="5710056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8D807B7-C18C-F420-7521-54B237E5573A}"/>
                  </a:ext>
                </a:extLst>
              </p:cNvPr>
              <p:cNvSpPr/>
              <p:nvPr/>
            </p:nvSpPr>
            <p:spPr>
              <a:xfrm>
                <a:off x="8097519" y="6065520"/>
                <a:ext cx="162287" cy="16228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2F36D4A-0229-1038-19C4-52721314E9E3}"/>
                  </a:ext>
                </a:extLst>
              </p:cNvPr>
              <p:cNvCxnSpPr>
                <a:stCxn id="40" idx="6"/>
                <a:endCxn id="42" idx="1"/>
              </p:cNvCxnSpPr>
              <p:nvPr/>
            </p:nvCxnSpPr>
            <p:spPr>
              <a:xfrm>
                <a:off x="7650207" y="5618617"/>
                <a:ext cx="217079" cy="104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C9FE5732-CF34-CC40-EBF9-0555D67321E1}"/>
                  </a:ext>
                </a:extLst>
              </p:cNvPr>
              <p:cNvCxnSpPr>
                <a:stCxn id="41" idx="6"/>
                <a:endCxn id="42" idx="3"/>
              </p:cNvCxnSpPr>
              <p:nvPr/>
            </p:nvCxnSpPr>
            <p:spPr>
              <a:xfrm flipV="1">
                <a:off x="7650207" y="5838281"/>
                <a:ext cx="217079" cy="1460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B2F9E516-B7F1-BEC8-AA12-04E1C21F31B1}"/>
                  </a:ext>
                </a:extLst>
              </p:cNvPr>
              <p:cNvCxnSpPr>
                <a:cxnSpLocks/>
                <a:endCxn id="43" idx="4"/>
              </p:cNvCxnSpPr>
              <p:nvPr/>
            </p:nvCxnSpPr>
            <p:spPr>
              <a:xfrm flipV="1">
                <a:off x="7961583" y="5537473"/>
                <a:ext cx="217081" cy="193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267FDCF4-FEA0-D9F6-E093-9A62CEEAC732}"/>
                  </a:ext>
                </a:extLst>
              </p:cNvPr>
              <p:cNvCxnSpPr>
                <a:cxnSpLocks/>
                <a:endCxn id="44" idx="2"/>
              </p:cNvCxnSpPr>
              <p:nvPr/>
            </p:nvCxnSpPr>
            <p:spPr>
              <a:xfrm flipV="1">
                <a:off x="8005807" y="5791200"/>
                <a:ext cx="254000" cy="205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16E93B0D-5FC4-73AA-C4BD-03E9501F346D}"/>
                  </a:ext>
                </a:extLst>
              </p:cNvPr>
              <p:cNvCxnSpPr>
                <a:cxnSpLocks/>
                <a:endCxn id="45" idx="1"/>
              </p:cNvCxnSpPr>
              <p:nvPr/>
            </p:nvCxnSpPr>
            <p:spPr>
              <a:xfrm>
                <a:off x="7943123" y="5862047"/>
                <a:ext cx="178162" cy="2272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396E521-64A0-BB9E-D7D8-964FE9880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6151" y="3190240"/>
              <a:ext cx="2265133" cy="1809165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49CBBE0-141C-9DDB-B701-BD5CC66CEA2B}"/>
              </a:ext>
            </a:extLst>
          </p:cNvPr>
          <p:cNvGrpSpPr/>
          <p:nvPr/>
        </p:nvGrpSpPr>
        <p:grpSpPr>
          <a:xfrm>
            <a:off x="4928854" y="3467391"/>
            <a:ext cx="2484296" cy="1296378"/>
            <a:chOff x="8656156" y="4521293"/>
            <a:chExt cx="2484296" cy="1296378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379229B3-E192-87EE-C984-2719B158CB39}"/>
                </a:ext>
              </a:extLst>
            </p:cNvPr>
            <p:cNvCxnSpPr>
              <a:cxnSpLocks/>
            </p:cNvCxnSpPr>
            <p:nvPr/>
          </p:nvCxnSpPr>
          <p:spPr>
            <a:xfrm>
              <a:off x="8656156" y="5018988"/>
              <a:ext cx="1943088" cy="0"/>
            </a:xfrm>
            <a:prstGeom prst="straightConnector1">
              <a:avLst/>
            </a:prstGeom>
            <a:ln w="539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92300641-5AD8-C2BD-05D7-8604120F6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81901" y="4521293"/>
              <a:ext cx="647844" cy="760003"/>
            </a:xfrm>
            <a:prstGeom prst="rect">
              <a:avLst/>
            </a:prstGeom>
          </p:spPr>
        </p:pic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6C02B43-1C3E-50E6-1675-573A09A8CF1E}"/>
                </a:ext>
              </a:extLst>
            </p:cNvPr>
            <p:cNvGrpSpPr/>
            <p:nvPr/>
          </p:nvGrpSpPr>
          <p:grpSpPr>
            <a:xfrm>
              <a:off x="9666895" y="4640739"/>
              <a:ext cx="1473557" cy="1176932"/>
              <a:chOff x="6182602" y="4705720"/>
              <a:chExt cx="2265133" cy="1809165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DA5E55BD-42C4-4E17-CA9A-AB118469546D}"/>
                  </a:ext>
                </a:extLst>
              </p:cNvPr>
              <p:cNvGrpSpPr/>
              <p:nvPr/>
            </p:nvGrpSpPr>
            <p:grpSpPr>
              <a:xfrm>
                <a:off x="6878426" y="5229183"/>
                <a:ext cx="934174" cy="852621"/>
                <a:chOff x="7487920" y="5375186"/>
                <a:chExt cx="934174" cy="852621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9901452-47D8-31BB-F9ED-4737FE911F22}"/>
                    </a:ext>
                  </a:extLst>
                </p:cNvPr>
                <p:cNvSpPr/>
                <p:nvPr/>
              </p:nvSpPr>
              <p:spPr>
                <a:xfrm>
                  <a:off x="7487920" y="5537473"/>
                  <a:ext cx="162287" cy="16228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accent1">
                      <a:shade val="15000"/>
                      <a:alpha val="4636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D8329F3A-0AAC-97F6-E343-20B7FAB24344}"/>
                    </a:ext>
                  </a:extLst>
                </p:cNvPr>
                <p:cNvSpPr/>
                <p:nvPr/>
              </p:nvSpPr>
              <p:spPr>
                <a:xfrm>
                  <a:off x="7487920" y="5903233"/>
                  <a:ext cx="162287" cy="16228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accent1">
                      <a:shade val="15000"/>
                      <a:alpha val="4636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8B728AE8-0E8A-0E37-0551-62568BFD136B}"/>
                    </a:ext>
                  </a:extLst>
                </p:cNvPr>
                <p:cNvSpPr/>
                <p:nvPr/>
              </p:nvSpPr>
              <p:spPr>
                <a:xfrm>
                  <a:off x="7843520" y="5699760"/>
                  <a:ext cx="162287" cy="162287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C68FF194-AEF8-A6ED-614F-9E9FD2FC7426}"/>
                    </a:ext>
                  </a:extLst>
                </p:cNvPr>
                <p:cNvSpPr/>
                <p:nvPr/>
              </p:nvSpPr>
              <p:spPr>
                <a:xfrm>
                  <a:off x="8097520" y="5375186"/>
                  <a:ext cx="162287" cy="16228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71C3DDEE-EC83-21C5-1809-046578382B66}"/>
                    </a:ext>
                  </a:extLst>
                </p:cNvPr>
                <p:cNvSpPr/>
                <p:nvPr/>
              </p:nvSpPr>
              <p:spPr>
                <a:xfrm>
                  <a:off x="8259807" y="5710056"/>
                  <a:ext cx="162287" cy="16228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accent1">
                      <a:shade val="15000"/>
                      <a:alpha val="4636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6F369933-3AE7-5207-D1D1-B5EB08E6D143}"/>
                    </a:ext>
                  </a:extLst>
                </p:cNvPr>
                <p:cNvSpPr/>
                <p:nvPr/>
              </p:nvSpPr>
              <p:spPr>
                <a:xfrm>
                  <a:off x="8097519" y="6065520"/>
                  <a:ext cx="162287" cy="16228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accent1">
                      <a:shade val="15000"/>
                      <a:alpha val="4636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786F4C4A-E12D-1A2B-8E03-4199E7408CE9}"/>
                    </a:ext>
                  </a:extLst>
                </p:cNvPr>
                <p:cNvCxnSpPr>
                  <a:stCxn id="75" idx="6"/>
                  <a:endCxn id="77" idx="1"/>
                </p:cNvCxnSpPr>
                <p:nvPr/>
              </p:nvCxnSpPr>
              <p:spPr>
                <a:xfrm>
                  <a:off x="7650207" y="5618617"/>
                  <a:ext cx="217079" cy="104909"/>
                </a:xfrm>
                <a:prstGeom prst="straightConnector1">
                  <a:avLst/>
                </a:prstGeom>
                <a:ln>
                  <a:solidFill>
                    <a:schemeClr val="accent1">
                      <a:alpha val="2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252F6905-93BB-60C0-6926-3FC28946BB9F}"/>
                    </a:ext>
                  </a:extLst>
                </p:cNvPr>
                <p:cNvCxnSpPr>
                  <a:stCxn id="76" idx="6"/>
                  <a:endCxn id="77" idx="3"/>
                </p:cNvCxnSpPr>
                <p:nvPr/>
              </p:nvCxnSpPr>
              <p:spPr>
                <a:xfrm flipV="1">
                  <a:off x="7650207" y="5838281"/>
                  <a:ext cx="217079" cy="146096"/>
                </a:xfrm>
                <a:prstGeom prst="straightConnector1">
                  <a:avLst/>
                </a:prstGeom>
                <a:ln>
                  <a:solidFill>
                    <a:schemeClr val="accent1">
                      <a:alpha val="2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0033B7E0-E906-997F-5B65-8E44B99CA8E4}"/>
                    </a:ext>
                  </a:extLst>
                </p:cNvPr>
                <p:cNvCxnSpPr>
                  <a:cxnSpLocks/>
                  <a:endCxn id="78" idx="4"/>
                </p:cNvCxnSpPr>
                <p:nvPr/>
              </p:nvCxnSpPr>
              <p:spPr>
                <a:xfrm flipV="1">
                  <a:off x="7961583" y="5537473"/>
                  <a:ext cx="217081" cy="1931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D800C260-673C-ECD9-3B18-BD66C100E387}"/>
                    </a:ext>
                  </a:extLst>
                </p:cNvPr>
                <p:cNvCxnSpPr>
                  <a:cxnSpLocks/>
                  <a:endCxn id="79" idx="2"/>
                </p:cNvCxnSpPr>
                <p:nvPr/>
              </p:nvCxnSpPr>
              <p:spPr>
                <a:xfrm flipV="1">
                  <a:off x="8005807" y="5791200"/>
                  <a:ext cx="254000" cy="20593"/>
                </a:xfrm>
                <a:prstGeom prst="straightConnector1">
                  <a:avLst/>
                </a:prstGeom>
                <a:ln>
                  <a:solidFill>
                    <a:schemeClr val="accent1">
                      <a:alpha val="2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1DFC02F9-4378-0D65-005F-CD20E5091B03}"/>
                    </a:ext>
                  </a:extLst>
                </p:cNvPr>
                <p:cNvCxnSpPr>
                  <a:cxnSpLocks/>
                  <a:endCxn id="80" idx="1"/>
                </p:cNvCxnSpPr>
                <p:nvPr/>
              </p:nvCxnSpPr>
              <p:spPr>
                <a:xfrm>
                  <a:off x="7943123" y="5862047"/>
                  <a:ext cx="178162" cy="227239"/>
                </a:xfrm>
                <a:prstGeom prst="straightConnector1">
                  <a:avLst/>
                </a:prstGeom>
                <a:ln>
                  <a:solidFill>
                    <a:schemeClr val="accent1">
                      <a:alpha val="2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E5138EDE-2F89-35BD-FEAA-3BEFD71D8B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82602" y="4705720"/>
                <a:ext cx="2265133" cy="1809165"/>
              </a:xfrm>
              <a:prstGeom prst="rect">
                <a:avLst/>
              </a:prstGeom>
            </p:spPr>
          </p:pic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C3BC48-B6D8-CE3C-AB72-02F239858E25}"/>
              </a:ext>
            </a:extLst>
          </p:cNvPr>
          <p:cNvGrpSpPr/>
          <p:nvPr/>
        </p:nvGrpSpPr>
        <p:grpSpPr>
          <a:xfrm>
            <a:off x="1848330" y="2445194"/>
            <a:ext cx="2092914" cy="2008635"/>
            <a:chOff x="7857975" y="943910"/>
            <a:chExt cx="1528579" cy="1467025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892EF1C-420E-184F-0838-5533E1948579}"/>
                </a:ext>
              </a:extLst>
            </p:cNvPr>
            <p:cNvSpPr/>
            <p:nvPr/>
          </p:nvSpPr>
          <p:spPr>
            <a:xfrm>
              <a:off x="8230243" y="1258402"/>
              <a:ext cx="916849" cy="91684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616A50F-5A59-3F37-E1D6-AC20A37C2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57975" y="943910"/>
              <a:ext cx="1528579" cy="1467025"/>
            </a:xfrm>
            <a:prstGeom prst="rect">
              <a:avLst/>
            </a:prstGeom>
            <a:noFill/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30F494-4E5D-CCF8-8E1E-E11E9540785A}"/>
              </a:ext>
            </a:extLst>
          </p:cNvPr>
          <p:cNvCxnSpPr>
            <a:cxnSpLocks/>
          </p:cNvCxnSpPr>
          <p:nvPr/>
        </p:nvCxnSpPr>
        <p:spPr>
          <a:xfrm>
            <a:off x="3497779" y="3019306"/>
            <a:ext cx="1447018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E3DAAB-7811-EC7E-BACC-CC79FD41749A}"/>
              </a:ext>
            </a:extLst>
          </p:cNvPr>
          <p:cNvCxnSpPr>
            <a:cxnSpLocks/>
          </p:cNvCxnSpPr>
          <p:nvPr/>
        </p:nvCxnSpPr>
        <p:spPr>
          <a:xfrm>
            <a:off x="4946747" y="2703420"/>
            <a:ext cx="0" cy="315886"/>
          </a:xfrm>
          <a:prstGeom prst="line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B040A35-7B50-5BC4-A0E8-56088C86BB97}"/>
              </a:ext>
            </a:extLst>
          </p:cNvPr>
          <p:cNvSpPr txBox="1"/>
          <p:nvPr/>
        </p:nvSpPr>
        <p:spPr>
          <a:xfrm>
            <a:off x="4991652" y="2856183"/>
            <a:ext cx="183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response method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26BB82-91E2-C2CC-5CD1-47EA8DBE17C7}"/>
              </a:ext>
            </a:extLst>
          </p:cNvPr>
          <p:cNvGrpSpPr/>
          <p:nvPr/>
        </p:nvGrpSpPr>
        <p:grpSpPr>
          <a:xfrm>
            <a:off x="2225053" y="259882"/>
            <a:ext cx="3393715" cy="2704169"/>
            <a:chOff x="4254500" y="-1712007"/>
            <a:chExt cx="9018017" cy="718570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49EA4E-0231-6700-3638-E96B3B8A8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54500" y="1384300"/>
              <a:ext cx="3683000" cy="40894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254A74-45C8-E496-D3E5-828713DFF60D}"/>
                </a:ext>
              </a:extLst>
            </p:cNvPr>
            <p:cNvSpPr/>
            <p:nvPr/>
          </p:nvSpPr>
          <p:spPr>
            <a:xfrm>
              <a:off x="11260836" y="-1712007"/>
              <a:ext cx="2011681" cy="13614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10B6FDD-DC62-E7A2-7CC6-D740DFECB9EB}"/>
              </a:ext>
            </a:extLst>
          </p:cNvPr>
          <p:cNvCxnSpPr>
            <a:cxnSpLocks/>
          </p:cNvCxnSpPr>
          <p:nvPr/>
        </p:nvCxnSpPr>
        <p:spPr>
          <a:xfrm>
            <a:off x="5163060" y="2732300"/>
            <a:ext cx="0" cy="447109"/>
          </a:xfrm>
          <a:prstGeom prst="straightConnector1">
            <a:avLst/>
          </a:prstGeom>
          <a:ln w="1905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85592FB-CD22-E738-AE79-D29BAB5B9F23}"/>
              </a:ext>
            </a:extLst>
          </p:cNvPr>
          <p:cNvSpPr txBox="1"/>
          <p:nvPr/>
        </p:nvSpPr>
        <p:spPr>
          <a:xfrm>
            <a:off x="2512903" y="3354316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61383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4A10-BE5D-A3E9-2908-554799E9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48AD1F-36A6-D40C-6070-8873CDA3AF48}"/>
              </a:ext>
            </a:extLst>
          </p:cNvPr>
          <p:cNvCxnSpPr>
            <a:cxnSpLocks/>
          </p:cNvCxnSpPr>
          <p:nvPr/>
        </p:nvCxnSpPr>
        <p:spPr>
          <a:xfrm>
            <a:off x="1374140" y="2854997"/>
            <a:ext cx="1044609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502450A-DD7D-35F7-E7F6-AEBF60E27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76" y="2474996"/>
            <a:ext cx="647844" cy="760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E4049B-D156-5FBA-A262-BD21E6017674}"/>
              </a:ext>
            </a:extLst>
          </p:cNvPr>
          <p:cNvSpPr txBox="1"/>
          <p:nvPr/>
        </p:nvSpPr>
        <p:spPr>
          <a:xfrm>
            <a:off x="1422840" y="2337149"/>
            <a:ext cx="882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message</a:t>
            </a:r>
          </a:p>
          <a:p>
            <a:pPr algn="ctr"/>
            <a:r>
              <a:rPr lang="en-US" sz="1400" dirty="0"/>
              <a:t>type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EE8978-F7F3-E6A3-AFE9-5E7A18D11F6D}"/>
              </a:ext>
            </a:extLst>
          </p:cNvPr>
          <p:cNvGrpSpPr/>
          <p:nvPr/>
        </p:nvGrpSpPr>
        <p:grpSpPr>
          <a:xfrm>
            <a:off x="2225889" y="2179377"/>
            <a:ext cx="1386009" cy="1538948"/>
            <a:chOff x="4254500" y="1384300"/>
            <a:chExt cx="3683000" cy="40894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5A830B3-EF29-5BE5-EF21-17DED22AC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4500" y="1384300"/>
              <a:ext cx="3683000" cy="40894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C36E84-09E4-A130-BA4F-90919AB289E1}"/>
                </a:ext>
              </a:extLst>
            </p:cNvPr>
            <p:cNvSpPr/>
            <p:nvPr/>
          </p:nvSpPr>
          <p:spPr>
            <a:xfrm>
              <a:off x="5212080" y="2306320"/>
              <a:ext cx="2011680" cy="1361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12CD833-0182-5553-7E56-5FA8C47F232D}"/>
              </a:ext>
            </a:extLst>
          </p:cNvPr>
          <p:cNvSpPr txBox="1"/>
          <p:nvPr/>
        </p:nvSpPr>
        <p:spPr>
          <a:xfrm>
            <a:off x="2499320" y="2782868"/>
            <a:ext cx="849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msg2mc</a:t>
            </a:r>
          </a:p>
          <a:p>
            <a:pPr algn="ctr"/>
            <a:r>
              <a:rPr lang="en-US" sz="1200" dirty="0"/>
              <a:t>dictionary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8401F2-1D6B-7F0D-E435-E20F84493D5D}"/>
              </a:ext>
            </a:extLst>
          </p:cNvPr>
          <p:cNvCxnSpPr>
            <a:cxnSpLocks/>
          </p:cNvCxnSpPr>
          <p:nvPr/>
        </p:nvCxnSpPr>
        <p:spPr>
          <a:xfrm>
            <a:off x="3456940" y="2854997"/>
            <a:ext cx="1044609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CE3010-4D02-FAB5-CC0C-EC5D628781C0}"/>
              </a:ext>
            </a:extLst>
          </p:cNvPr>
          <p:cNvSpPr txBox="1"/>
          <p:nvPr/>
        </p:nvSpPr>
        <p:spPr>
          <a:xfrm>
            <a:off x="3497779" y="2331777"/>
            <a:ext cx="790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method</a:t>
            </a:r>
          </a:p>
          <a:p>
            <a:pPr algn="ctr"/>
            <a:r>
              <a:rPr lang="en-US" sz="1400" dirty="0"/>
              <a:t>code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CAF0C2-FD4A-DD54-2ADA-4A787C690B15}"/>
              </a:ext>
            </a:extLst>
          </p:cNvPr>
          <p:cNvGrpSpPr/>
          <p:nvPr/>
        </p:nvGrpSpPr>
        <p:grpSpPr>
          <a:xfrm>
            <a:off x="4321215" y="2179377"/>
            <a:ext cx="1386009" cy="1538948"/>
            <a:chOff x="4711430" y="838492"/>
            <a:chExt cx="1386009" cy="153894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A0255A-6896-AC7B-7B25-67DA37F67B42}"/>
                </a:ext>
              </a:extLst>
            </p:cNvPr>
            <p:cNvGrpSpPr/>
            <p:nvPr/>
          </p:nvGrpSpPr>
          <p:grpSpPr>
            <a:xfrm>
              <a:off x="4711430" y="838492"/>
              <a:ext cx="1386009" cy="1538948"/>
              <a:chOff x="4254500" y="1384300"/>
              <a:chExt cx="3683000" cy="40894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F3901F1-EADC-ACCA-B024-7F6D3E98A6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4500" y="1384300"/>
                <a:ext cx="3683000" cy="4089400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8402EE-2010-D1DB-A535-2FA43D2F2F7C}"/>
                  </a:ext>
                </a:extLst>
              </p:cNvPr>
              <p:cNvSpPr/>
              <p:nvPr/>
            </p:nvSpPr>
            <p:spPr>
              <a:xfrm>
                <a:off x="5212080" y="2306320"/>
                <a:ext cx="2011680" cy="13614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0755096-582F-ECD1-89E1-D6893DD9C1CB}"/>
                </a:ext>
              </a:extLst>
            </p:cNvPr>
            <p:cNvSpPr txBox="1"/>
            <p:nvPr/>
          </p:nvSpPr>
          <p:spPr>
            <a:xfrm>
              <a:off x="4867812" y="1514111"/>
              <a:ext cx="11063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RespMethods</a:t>
              </a:r>
            </a:p>
            <a:p>
              <a:pPr algn="ctr"/>
              <a:r>
                <a:rPr lang="en-US" sz="1200" dirty="0"/>
                <a:t>dictionary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9BF8144-C937-D3E0-3981-888D5B3AF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957" y="943744"/>
            <a:ext cx="728423" cy="744611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AAA362-4596-998E-A505-29DD79C0FFFA}"/>
              </a:ext>
            </a:extLst>
          </p:cNvPr>
          <p:cNvCxnSpPr>
            <a:cxnSpLocks/>
          </p:cNvCxnSpPr>
          <p:nvPr/>
        </p:nvCxnSpPr>
        <p:spPr>
          <a:xfrm flipH="1">
            <a:off x="2954875" y="1598448"/>
            <a:ext cx="777153" cy="805367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7D72F7-725C-C4F2-2116-BAAF0F498D90}"/>
              </a:ext>
            </a:extLst>
          </p:cNvPr>
          <p:cNvSpPr txBox="1"/>
          <p:nvPr/>
        </p:nvSpPr>
        <p:spPr>
          <a:xfrm>
            <a:off x="3103151" y="713656"/>
            <a:ext cx="1579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Function instance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E86F4E-3DCA-4048-1702-562833C09441}"/>
              </a:ext>
            </a:extLst>
          </p:cNvPr>
          <p:cNvCxnSpPr>
            <a:cxnSpLocks/>
          </p:cNvCxnSpPr>
          <p:nvPr/>
        </p:nvCxnSpPr>
        <p:spPr>
          <a:xfrm>
            <a:off x="5514325" y="2854996"/>
            <a:ext cx="838313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AF12A7C-EE2E-C085-1F1F-D6315C4D72FC}"/>
              </a:ext>
            </a:extLst>
          </p:cNvPr>
          <p:cNvGrpSpPr/>
          <p:nvPr/>
        </p:nvGrpSpPr>
        <p:grpSpPr>
          <a:xfrm>
            <a:off x="6183084" y="2121484"/>
            <a:ext cx="1528579" cy="1467025"/>
            <a:chOff x="4267240" y="3253664"/>
            <a:chExt cx="1528579" cy="1467025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BE2D220-68FC-12D6-FFB1-8A8C73F8F860}"/>
                </a:ext>
              </a:extLst>
            </p:cNvPr>
            <p:cNvSpPr/>
            <p:nvPr/>
          </p:nvSpPr>
          <p:spPr>
            <a:xfrm>
              <a:off x="4624351" y="3584117"/>
              <a:ext cx="916849" cy="91684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3EFD550-C2F0-5555-5DD3-43899A4DE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7240" y="3253664"/>
              <a:ext cx="1528579" cy="1467025"/>
            </a:xfrm>
            <a:prstGeom prst="rect">
              <a:avLst/>
            </a:prstGeom>
            <a:noFill/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595945A-C6F8-CF0A-688F-F62341779698}"/>
                </a:ext>
              </a:extLst>
            </p:cNvPr>
            <p:cNvGrpSpPr/>
            <p:nvPr/>
          </p:nvGrpSpPr>
          <p:grpSpPr>
            <a:xfrm>
              <a:off x="4630211" y="3700737"/>
              <a:ext cx="881023" cy="400110"/>
              <a:chOff x="4660177" y="3842486"/>
              <a:chExt cx="881023" cy="400110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FB46F0-62F0-8E95-879E-46728E09CF13}"/>
                  </a:ext>
                </a:extLst>
              </p:cNvPr>
              <p:cNvSpPr txBox="1"/>
              <p:nvPr/>
            </p:nvSpPr>
            <p:spPr>
              <a:xfrm>
                <a:off x="4866015" y="3863401"/>
                <a:ext cx="6751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(msg)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73DF12-7862-D6E3-C7FB-06178B7159B3}"/>
                  </a:ext>
                </a:extLst>
              </p:cNvPr>
              <p:cNvSpPr txBox="1"/>
              <p:nvPr/>
            </p:nvSpPr>
            <p:spPr>
              <a:xfrm>
                <a:off x="4660177" y="3842486"/>
                <a:ext cx="3690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F</a:t>
                </a:r>
              </a:p>
            </p:txBody>
          </p:sp>
        </p:grp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A3455B7B-8A48-6EA0-6C80-9D618F37E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9102" y="4057360"/>
              <a:ext cx="307345" cy="344375"/>
            </a:xfrm>
            <a:prstGeom prst="rect">
              <a:avLst/>
            </a:prstGeom>
          </p:spPr>
        </p:pic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E1E1C3-18FD-72E6-CFAD-A951BFBA3D55}"/>
              </a:ext>
            </a:extLst>
          </p:cNvPr>
          <p:cNvCxnSpPr>
            <a:cxnSpLocks/>
          </p:cNvCxnSpPr>
          <p:nvPr/>
        </p:nvCxnSpPr>
        <p:spPr>
          <a:xfrm>
            <a:off x="4143237" y="1598448"/>
            <a:ext cx="877557" cy="805367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659CDD-C3E6-4B84-0709-1A2ED089C239}"/>
              </a:ext>
            </a:extLst>
          </p:cNvPr>
          <p:cNvSpPr txBox="1"/>
          <p:nvPr/>
        </p:nvSpPr>
        <p:spPr>
          <a:xfrm>
            <a:off x="6020937" y="1919251"/>
            <a:ext cx="1781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response subroutine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6CF3BF-AF19-0072-596E-79B95FB3420E}"/>
              </a:ext>
            </a:extLst>
          </p:cNvPr>
          <p:cNvCxnSpPr>
            <a:cxnSpLocks/>
          </p:cNvCxnSpPr>
          <p:nvPr/>
        </p:nvCxnSpPr>
        <p:spPr>
          <a:xfrm flipV="1">
            <a:off x="5148217" y="3234999"/>
            <a:ext cx="1301511" cy="757281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69E3D4-B704-C888-C404-39C6EDDF09C8}"/>
              </a:ext>
            </a:extLst>
          </p:cNvPr>
          <p:cNvCxnSpPr>
            <a:cxnSpLocks/>
          </p:cNvCxnSpPr>
          <p:nvPr/>
        </p:nvCxnSpPr>
        <p:spPr>
          <a:xfrm>
            <a:off x="1109718" y="3169027"/>
            <a:ext cx="1809175" cy="823253"/>
          </a:xfrm>
          <a:prstGeom prst="straightConnector1">
            <a:avLst/>
          </a:prstGeom>
          <a:ln w="53975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FF40EEA-A184-8160-45DE-8CC91FC6D66F}"/>
              </a:ext>
            </a:extLst>
          </p:cNvPr>
          <p:cNvCxnSpPr>
            <a:cxnSpLocks/>
          </p:cNvCxnSpPr>
          <p:nvPr/>
        </p:nvCxnSpPr>
        <p:spPr>
          <a:xfrm flipV="1">
            <a:off x="2876689" y="3974836"/>
            <a:ext cx="2303539" cy="17444"/>
          </a:xfrm>
          <a:prstGeom prst="straightConnector1">
            <a:avLst/>
          </a:prstGeom>
          <a:ln w="53975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8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26BC615-FCF8-1797-422E-15D2BE8D08FA}"/>
              </a:ext>
            </a:extLst>
          </p:cNvPr>
          <p:cNvSpPr/>
          <p:nvPr/>
        </p:nvSpPr>
        <p:spPr>
          <a:xfrm>
            <a:off x="5239581" y="231861"/>
            <a:ext cx="1632056" cy="98790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CFC13CE-0BE8-1D53-7629-A1A8B0640B3D}"/>
              </a:ext>
            </a:extLst>
          </p:cNvPr>
          <p:cNvSpPr/>
          <p:nvPr/>
        </p:nvSpPr>
        <p:spPr>
          <a:xfrm>
            <a:off x="542260" y="1632155"/>
            <a:ext cx="9218428" cy="149381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75EED9-D928-498C-B168-596EC1DBEDCD}"/>
              </a:ext>
            </a:extLst>
          </p:cNvPr>
          <p:cNvCxnSpPr>
            <a:cxnSpLocks/>
          </p:cNvCxnSpPr>
          <p:nvPr/>
        </p:nvCxnSpPr>
        <p:spPr>
          <a:xfrm>
            <a:off x="8082780" y="2291308"/>
            <a:ext cx="408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832F26-F758-A14C-99E3-1720271F8EA8}"/>
              </a:ext>
            </a:extLst>
          </p:cNvPr>
          <p:cNvCxnSpPr>
            <a:cxnSpLocks/>
          </p:cNvCxnSpPr>
          <p:nvPr/>
        </p:nvCxnSpPr>
        <p:spPr>
          <a:xfrm>
            <a:off x="6463337" y="2291308"/>
            <a:ext cx="408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D82A81-066B-A8F1-0D5A-3FAE8C80A7A2}"/>
              </a:ext>
            </a:extLst>
          </p:cNvPr>
          <p:cNvCxnSpPr>
            <a:cxnSpLocks/>
          </p:cNvCxnSpPr>
          <p:nvPr/>
        </p:nvCxnSpPr>
        <p:spPr>
          <a:xfrm>
            <a:off x="5157390" y="2291308"/>
            <a:ext cx="408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AE2D99-1292-7690-5845-F628AFEC82C0}"/>
              </a:ext>
            </a:extLst>
          </p:cNvPr>
          <p:cNvCxnSpPr>
            <a:cxnSpLocks/>
          </p:cNvCxnSpPr>
          <p:nvPr/>
        </p:nvCxnSpPr>
        <p:spPr>
          <a:xfrm>
            <a:off x="3519870" y="2280422"/>
            <a:ext cx="408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F473601-F90F-11FF-B38A-ADCAC54F43F1}"/>
              </a:ext>
            </a:extLst>
          </p:cNvPr>
          <p:cNvGrpSpPr/>
          <p:nvPr/>
        </p:nvGrpSpPr>
        <p:grpSpPr>
          <a:xfrm>
            <a:off x="680985" y="1972131"/>
            <a:ext cx="1200906" cy="573950"/>
            <a:chOff x="626557" y="742045"/>
            <a:chExt cx="1200906" cy="57395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59C1978E-B572-1AA6-7CFA-47B293E0ACA2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18069AE-F630-5D89-F466-B2C17446D2F3}"/>
                </a:ext>
              </a:extLst>
            </p:cNvPr>
            <p:cNvSpPr txBox="1"/>
            <p:nvPr/>
          </p:nvSpPr>
          <p:spPr>
            <a:xfrm>
              <a:off x="626557" y="859743"/>
              <a:ext cx="12009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startThread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20BB245-61DE-8BE2-CE81-18286070DE2E}"/>
              </a:ext>
            </a:extLst>
          </p:cNvPr>
          <p:cNvGrpSpPr/>
          <p:nvPr/>
        </p:nvGrpSpPr>
        <p:grpSpPr>
          <a:xfrm>
            <a:off x="2271097" y="1972131"/>
            <a:ext cx="1583243" cy="573950"/>
            <a:chOff x="664590" y="742045"/>
            <a:chExt cx="1358000" cy="5739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2A2AA83-A6E2-84CD-9A34-1CD58AB3EB18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40B3F0-710F-B04A-4450-9B20AD21FABF}"/>
                </a:ext>
              </a:extLst>
            </p:cNvPr>
            <p:cNvSpPr txBox="1"/>
            <p:nvPr/>
          </p:nvSpPr>
          <p:spPr>
            <a:xfrm>
              <a:off x="664590" y="870401"/>
              <a:ext cx="13580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startMeasure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480204-7718-14A3-F5BB-070E5797F9AA}"/>
              </a:ext>
            </a:extLst>
          </p:cNvPr>
          <p:cNvGrpSpPr/>
          <p:nvPr/>
        </p:nvGrpSpPr>
        <p:grpSpPr>
          <a:xfrm>
            <a:off x="3928170" y="1972131"/>
            <a:ext cx="1343188" cy="573950"/>
            <a:chOff x="664590" y="742045"/>
            <a:chExt cx="1152097" cy="5739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348E2F1-4677-6370-A4E9-B7C5DA795D12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235DE3-F790-438A-410E-7937EA371E5C}"/>
                </a:ext>
              </a:extLst>
            </p:cNvPr>
            <p:cNvSpPr txBox="1"/>
            <p:nvPr/>
          </p:nvSpPr>
          <p:spPr>
            <a:xfrm>
              <a:off x="664590" y="870401"/>
              <a:ext cx="11520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generatePckt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59A75E-BD85-48A2-9717-9EDA92EF7520}"/>
              </a:ext>
            </a:extLst>
          </p:cNvPr>
          <p:cNvGrpSpPr/>
          <p:nvPr/>
        </p:nvGrpSpPr>
        <p:grpSpPr>
          <a:xfrm>
            <a:off x="5565690" y="1982789"/>
            <a:ext cx="978190" cy="573950"/>
            <a:chOff x="664590" y="742045"/>
            <a:chExt cx="1124841" cy="57395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FFAFB80-D14A-41EB-E9E4-9B5C9633CC97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B22937-380F-15EC-F2A9-1DBD67D38869}"/>
                </a:ext>
              </a:extLst>
            </p:cNvPr>
            <p:cNvSpPr txBox="1"/>
            <p:nvPr/>
          </p:nvSpPr>
          <p:spPr>
            <a:xfrm>
              <a:off x="664590" y="870401"/>
              <a:ext cx="1584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1F9001-3BA0-206D-3D50-5F2AFC7C63EB}"/>
              </a:ext>
            </a:extLst>
          </p:cNvPr>
          <p:cNvSpPr txBox="1"/>
          <p:nvPr/>
        </p:nvSpPr>
        <p:spPr>
          <a:xfrm>
            <a:off x="5597466" y="2089829"/>
            <a:ext cx="860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request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13C877-DE0C-F066-707B-722F2D7E4FB2}"/>
              </a:ext>
            </a:extLst>
          </p:cNvPr>
          <p:cNvGrpSpPr/>
          <p:nvPr/>
        </p:nvGrpSpPr>
        <p:grpSpPr>
          <a:xfrm>
            <a:off x="6871637" y="1982789"/>
            <a:ext cx="1311411" cy="573950"/>
            <a:chOff x="664590" y="742045"/>
            <a:chExt cx="1124841" cy="57395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E8A45AF-0186-C7C6-F61D-CA8499D3AD13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EEBA1F-938C-33BC-B94E-BD49B0BC21A0}"/>
                </a:ext>
              </a:extLst>
            </p:cNvPr>
            <p:cNvSpPr txBox="1"/>
            <p:nvPr/>
          </p:nvSpPr>
          <p:spPr>
            <a:xfrm>
              <a:off x="664590" y="870401"/>
              <a:ext cx="11046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endMeasure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1D1490-093D-915A-131A-FF70E33EB5BE}"/>
              </a:ext>
            </a:extLst>
          </p:cNvPr>
          <p:cNvGrpSpPr/>
          <p:nvPr/>
        </p:nvGrpSpPr>
        <p:grpSpPr>
          <a:xfrm>
            <a:off x="8454649" y="1972131"/>
            <a:ext cx="1113894" cy="573950"/>
            <a:chOff x="626557" y="742045"/>
            <a:chExt cx="1162874" cy="573950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E86FD8F5-1B54-0405-3906-E83BC78FFD9A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4C8416-37B2-7908-973C-997795AD0415}"/>
                </a:ext>
              </a:extLst>
            </p:cNvPr>
            <p:cNvSpPr txBox="1"/>
            <p:nvPr/>
          </p:nvSpPr>
          <p:spPr>
            <a:xfrm>
              <a:off x="626557" y="859743"/>
              <a:ext cx="11308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endThread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5FB3B9-542A-79B1-E4AC-FC6CB8BE026E}"/>
              </a:ext>
            </a:extLst>
          </p:cNvPr>
          <p:cNvGrpSpPr/>
          <p:nvPr/>
        </p:nvGrpSpPr>
        <p:grpSpPr>
          <a:xfrm>
            <a:off x="5560293" y="545878"/>
            <a:ext cx="978190" cy="573950"/>
            <a:chOff x="664590" y="742045"/>
            <a:chExt cx="1124841" cy="573950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F29AFDD6-B8D6-7E1D-3DF2-8C675E9E0132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BD7A0FF-A0D2-778C-8E8D-6C33E603A677}"/>
                </a:ext>
              </a:extLst>
            </p:cNvPr>
            <p:cNvSpPr txBox="1"/>
            <p:nvPr/>
          </p:nvSpPr>
          <p:spPr>
            <a:xfrm>
              <a:off x="664590" y="870401"/>
              <a:ext cx="1584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60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5D470E2-AEA2-9E42-97E5-F1E2F6DBAE54}"/>
              </a:ext>
            </a:extLst>
          </p:cNvPr>
          <p:cNvSpPr txBox="1"/>
          <p:nvPr/>
        </p:nvSpPr>
        <p:spPr>
          <a:xfrm>
            <a:off x="5622502" y="663576"/>
            <a:ext cx="792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lookup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4C9BB7-08D2-7CA7-1B21-FC863A31B517}"/>
              </a:ext>
            </a:extLst>
          </p:cNvPr>
          <p:cNvCxnSpPr>
            <a:cxnSpLocks/>
          </p:cNvCxnSpPr>
          <p:nvPr/>
        </p:nvCxnSpPr>
        <p:spPr>
          <a:xfrm>
            <a:off x="1843859" y="2280422"/>
            <a:ext cx="408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ABE9D73-6CD0-0A64-4E66-F668F36A1322}"/>
              </a:ext>
            </a:extLst>
          </p:cNvPr>
          <p:cNvSpPr txBox="1"/>
          <p:nvPr/>
        </p:nvSpPr>
        <p:spPr>
          <a:xfrm>
            <a:off x="5728146" y="176546"/>
            <a:ext cx="64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sibyl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95DA69-82EA-4F95-AB14-1B2136787CC1}"/>
              </a:ext>
            </a:extLst>
          </p:cNvPr>
          <p:cNvSpPr txBox="1"/>
          <p:nvPr/>
        </p:nvSpPr>
        <p:spPr>
          <a:xfrm>
            <a:off x="5527890" y="2651178"/>
            <a:ext cx="110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workload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92A252B-1A85-96D6-90BC-B9CF1110571D}"/>
              </a:ext>
            </a:extLst>
          </p:cNvPr>
          <p:cNvCxnSpPr>
            <a:cxnSpLocks/>
          </p:cNvCxnSpPr>
          <p:nvPr/>
        </p:nvCxnSpPr>
        <p:spPr>
          <a:xfrm flipV="1">
            <a:off x="5826137" y="1119828"/>
            <a:ext cx="0" cy="85230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1481BC6-F624-8E7C-FBC7-99DDCD5C4EC3}"/>
              </a:ext>
            </a:extLst>
          </p:cNvPr>
          <p:cNvCxnSpPr>
            <a:cxnSpLocks/>
          </p:cNvCxnSpPr>
          <p:nvPr/>
        </p:nvCxnSpPr>
        <p:spPr>
          <a:xfrm>
            <a:off x="6315995" y="1130486"/>
            <a:ext cx="0" cy="85230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76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2BAAA52-665E-F3A4-3EF3-04499F9BEB3F}"/>
              </a:ext>
            </a:extLst>
          </p:cNvPr>
          <p:cNvSpPr/>
          <p:nvPr/>
        </p:nvSpPr>
        <p:spPr>
          <a:xfrm>
            <a:off x="7797917" y="480490"/>
            <a:ext cx="3381711" cy="3690257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0AEDFB0-6D57-3212-40FB-F87E18B2BA09}"/>
              </a:ext>
            </a:extLst>
          </p:cNvPr>
          <p:cNvSpPr/>
          <p:nvPr/>
        </p:nvSpPr>
        <p:spPr>
          <a:xfrm>
            <a:off x="3755571" y="480490"/>
            <a:ext cx="3911542" cy="3690257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3DD3D6-E389-EE15-8942-410E4ADC8FCE}"/>
              </a:ext>
            </a:extLst>
          </p:cNvPr>
          <p:cNvCxnSpPr>
            <a:cxnSpLocks/>
          </p:cNvCxnSpPr>
          <p:nvPr/>
        </p:nvCxnSpPr>
        <p:spPr>
          <a:xfrm flipV="1">
            <a:off x="6289943" y="1474609"/>
            <a:ext cx="0" cy="1701313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203460-A4A3-05C7-457E-CB8AEDB77BA3}"/>
              </a:ext>
            </a:extLst>
          </p:cNvPr>
          <p:cNvCxnSpPr>
            <a:cxnSpLocks/>
          </p:cNvCxnSpPr>
          <p:nvPr/>
        </p:nvCxnSpPr>
        <p:spPr>
          <a:xfrm flipV="1">
            <a:off x="5076847" y="2382140"/>
            <a:ext cx="4892674" cy="25588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817E8D2-A0CA-D42A-C9B6-E2F2A98E51FD}"/>
              </a:ext>
            </a:extLst>
          </p:cNvPr>
          <p:cNvSpPr/>
          <p:nvPr/>
        </p:nvSpPr>
        <p:spPr>
          <a:xfrm>
            <a:off x="3932462" y="2019898"/>
            <a:ext cx="1306286" cy="75111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09B3AA-18E1-395C-A8CC-2555FDF89700}"/>
              </a:ext>
            </a:extLst>
          </p:cNvPr>
          <p:cNvSpPr/>
          <p:nvPr/>
        </p:nvSpPr>
        <p:spPr>
          <a:xfrm>
            <a:off x="4134265" y="2155969"/>
            <a:ext cx="902682" cy="27214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0A56E-9C08-D48A-2898-1496263D30B2}"/>
              </a:ext>
            </a:extLst>
          </p:cNvPr>
          <p:cNvSpPr txBox="1"/>
          <p:nvPr/>
        </p:nvSpPr>
        <p:spPr>
          <a:xfrm>
            <a:off x="4100221" y="2136957"/>
            <a:ext cx="998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workload1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C8B65-F06C-FF18-D2D5-5B6D26139AFF}"/>
              </a:ext>
            </a:extLst>
          </p:cNvPr>
          <p:cNvSpPr txBox="1"/>
          <p:nvPr/>
        </p:nvSpPr>
        <p:spPr>
          <a:xfrm>
            <a:off x="4241134" y="2461356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client1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B58F7A-4B87-A570-2670-446DA5F691C9}"/>
              </a:ext>
            </a:extLst>
          </p:cNvPr>
          <p:cNvSpPr/>
          <p:nvPr/>
        </p:nvSpPr>
        <p:spPr>
          <a:xfrm>
            <a:off x="5624037" y="3088204"/>
            <a:ext cx="1306286" cy="75111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17648E-3262-4D4A-5714-ECDAF414D067}"/>
              </a:ext>
            </a:extLst>
          </p:cNvPr>
          <p:cNvSpPr/>
          <p:nvPr/>
        </p:nvSpPr>
        <p:spPr>
          <a:xfrm>
            <a:off x="5825840" y="3233164"/>
            <a:ext cx="902682" cy="27214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4987F6-E593-865E-29F6-951A522CB844}"/>
              </a:ext>
            </a:extLst>
          </p:cNvPr>
          <p:cNvSpPr txBox="1"/>
          <p:nvPr/>
        </p:nvSpPr>
        <p:spPr>
          <a:xfrm>
            <a:off x="5781402" y="3217910"/>
            <a:ext cx="998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workload2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2627F9-19CE-DF32-753F-4F135126775D}"/>
              </a:ext>
            </a:extLst>
          </p:cNvPr>
          <p:cNvSpPr txBox="1"/>
          <p:nvPr/>
        </p:nvSpPr>
        <p:spPr>
          <a:xfrm>
            <a:off x="5932709" y="3529662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client2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1D26C3-008D-1E49-6DA6-3AE9AD3FF3B7}"/>
              </a:ext>
            </a:extLst>
          </p:cNvPr>
          <p:cNvSpPr/>
          <p:nvPr/>
        </p:nvSpPr>
        <p:spPr>
          <a:xfrm>
            <a:off x="5624037" y="908046"/>
            <a:ext cx="1306286" cy="75111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C31C058-9676-8255-BA7A-DBDED77803BC}"/>
              </a:ext>
            </a:extLst>
          </p:cNvPr>
          <p:cNvSpPr/>
          <p:nvPr/>
        </p:nvSpPr>
        <p:spPr>
          <a:xfrm>
            <a:off x="5825840" y="1044117"/>
            <a:ext cx="902682" cy="27214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FD4EAB-8C62-16F5-E5C6-1696DA745A5E}"/>
              </a:ext>
            </a:extLst>
          </p:cNvPr>
          <p:cNvSpPr txBox="1"/>
          <p:nvPr/>
        </p:nvSpPr>
        <p:spPr>
          <a:xfrm>
            <a:off x="5781402" y="1023187"/>
            <a:ext cx="998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workload3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70D48-080C-DF54-C71D-20B841AAAC11}"/>
              </a:ext>
            </a:extLst>
          </p:cNvPr>
          <p:cNvSpPr txBox="1"/>
          <p:nvPr/>
        </p:nvSpPr>
        <p:spPr>
          <a:xfrm>
            <a:off x="5932709" y="1349504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client3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AFCC2B-B18C-4D94-6D98-EB11FCBD8E72}"/>
              </a:ext>
            </a:extLst>
          </p:cNvPr>
          <p:cNvSpPr/>
          <p:nvPr/>
        </p:nvSpPr>
        <p:spPr>
          <a:xfrm>
            <a:off x="5858080" y="2065870"/>
            <a:ext cx="838200" cy="659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70E064-FD03-CC36-0CD5-5D5C96F1AAAA}"/>
              </a:ext>
            </a:extLst>
          </p:cNvPr>
          <p:cNvSpPr txBox="1"/>
          <p:nvPr/>
        </p:nvSpPr>
        <p:spPr>
          <a:xfrm>
            <a:off x="5900731" y="2255933"/>
            <a:ext cx="752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pvtHub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BE9527-3EB7-3BF2-76FA-0959F7A09074}"/>
              </a:ext>
            </a:extLst>
          </p:cNvPr>
          <p:cNvSpPr/>
          <p:nvPr/>
        </p:nvSpPr>
        <p:spPr>
          <a:xfrm>
            <a:off x="7384085" y="2155969"/>
            <a:ext cx="566057" cy="4789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D67094-555C-BBF0-F485-5CB543CFA58F}"/>
              </a:ext>
            </a:extLst>
          </p:cNvPr>
          <p:cNvSpPr txBox="1"/>
          <p:nvPr/>
        </p:nvSpPr>
        <p:spPr>
          <a:xfrm>
            <a:off x="7486615" y="2241566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rtr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7A0000B-39A9-D6D1-AFB0-F8328814776B}"/>
              </a:ext>
            </a:extLst>
          </p:cNvPr>
          <p:cNvSpPr/>
          <p:nvPr/>
        </p:nvSpPr>
        <p:spPr>
          <a:xfrm>
            <a:off x="9688285" y="1973926"/>
            <a:ext cx="1306286" cy="75111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6B2C8A0-99A1-5E19-AFFA-ECB3D8274BAE}"/>
              </a:ext>
            </a:extLst>
          </p:cNvPr>
          <p:cNvSpPr/>
          <p:nvPr/>
        </p:nvSpPr>
        <p:spPr>
          <a:xfrm>
            <a:off x="9883642" y="2109997"/>
            <a:ext cx="902682" cy="27214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8ADDC3-4C15-869F-F5ED-E341D5CD40E6}"/>
              </a:ext>
            </a:extLst>
          </p:cNvPr>
          <p:cNvSpPr txBox="1"/>
          <p:nvPr/>
        </p:nvSpPr>
        <p:spPr>
          <a:xfrm>
            <a:off x="10046845" y="2085523"/>
            <a:ext cx="542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sibyl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94A90E-4165-20C8-740E-FCB7000F77A9}"/>
              </a:ext>
            </a:extLst>
          </p:cNvPr>
          <p:cNvSpPr txBox="1"/>
          <p:nvPr/>
        </p:nvSpPr>
        <p:spPr>
          <a:xfrm>
            <a:off x="10029868" y="2404460"/>
            <a:ext cx="62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server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7C36BA-FFBF-DD63-CEAE-977690BEA118}"/>
              </a:ext>
            </a:extLst>
          </p:cNvPr>
          <p:cNvSpPr/>
          <p:nvPr/>
        </p:nvSpPr>
        <p:spPr>
          <a:xfrm>
            <a:off x="8360219" y="2074874"/>
            <a:ext cx="838200" cy="659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C54E12-A223-644C-2FC5-660CFED7B2AB}"/>
              </a:ext>
            </a:extLst>
          </p:cNvPr>
          <p:cNvSpPr txBox="1"/>
          <p:nvPr/>
        </p:nvSpPr>
        <p:spPr>
          <a:xfrm>
            <a:off x="8402870" y="2264937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pubHub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A9296D-E11B-F15F-EF87-CDBC65733241}"/>
              </a:ext>
            </a:extLst>
          </p:cNvPr>
          <p:cNvSpPr txBox="1"/>
          <p:nvPr/>
        </p:nvSpPr>
        <p:spPr>
          <a:xfrm>
            <a:off x="4184019" y="723380"/>
            <a:ext cx="892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pvtNet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C58CA4-5A80-EA51-F0E6-6FAE117DB275}"/>
              </a:ext>
            </a:extLst>
          </p:cNvPr>
          <p:cNvSpPr txBox="1"/>
          <p:nvPr/>
        </p:nvSpPr>
        <p:spPr>
          <a:xfrm>
            <a:off x="8095561" y="674785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pubNet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68448E-15D6-C405-3876-64449F77A05C}"/>
              </a:ext>
            </a:extLst>
          </p:cNvPr>
          <p:cNvSpPr/>
          <p:nvPr/>
        </p:nvSpPr>
        <p:spPr>
          <a:xfrm>
            <a:off x="865343" y="1052423"/>
            <a:ext cx="1006686" cy="357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6E97CA-905A-530D-B0DE-09959022417A}"/>
              </a:ext>
            </a:extLst>
          </p:cNvPr>
          <p:cNvSpPr txBox="1"/>
          <p:nvPr/>
        </p:nvSpPr>
        <p:spPr>
          <a:xfrm>
            <a:off x="865343" y="1040900"/>
            <a:ext cx="100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CmpPtn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13D2AE-C9C9-D6E8-6319-12B518B1EC83}"/>
              </a:ext>
            </a:extLst>
          </p:cNvPr>
          <p:cNvSpPr/>
          <p:nvPr/>
        </p:nvSpPr>
        <p:spPr>
          <a:xfrm>
            <a:off x="865343" y="1655397"/>
            <a:ext cx="1006686" cy="3578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F9508-068C-5EB5-CB81-9DCA8B2AA753}"/>
              </a:ext>
            </a:extLst>
          </p:cNvPr>
          <p:cNvSpPr txBox="1"/>
          <p:nvPr/>
        </p:nvSpPr>
        <p:spPr>
          <a:xfrm>
            <a:off x="1002112" y="164387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Endpt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054E04-6EB2-21C1-3BFF-0A57483FEAA6}"/>
              </a:ext>
            </a:extLst>
          </p:cNvPr>
          <p:cNvSpPr txBox="1"/>
          <p:nvPr/>
        </p:nvSpPr>
        <p:spPr>
          <a:xfrm>
            <a:off x="865343" y="599046"/>
            <a:ext cx="911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Legend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554B0A-CF03-C437-8C4D-6FB091F55CFB}"/>
              </a:ext>
            </a:extLst>
          </p:cNvPr>
          <p:cNvSpPr/>
          <p:nvPr/>
        </p:nvSpPr>
        <p:spPr>
          <a:xfrm>
            <a:off x="865343" y="2225315"/>
            <a:ext cx="1006686" cy="357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DEE179-B913-BC64-DA1F-F2A10131ACE9}"/>
              </a:ext>
            </a:extLst>
          </p:cNvPr>
          <p:cNvSpPr txBox="1"/>
          <p:nvPr/>
        </p:nvSpPr>
        <p:spPr>
          <a:xfrm>
            <a:off x="906521" y="2213792"/>
            <a:ext cx="85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Switch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9A0E21C-C98F-374D-2D44-243E2FA866F4}"/>
              </a:ext>
            </a:extLst>
          </p:cNvPr>
          <p:cNvSpPr/>
          <p:nvPr/>
        </p:nvSpPr>
        <p:spPr>
          <a:xfrm>
            <a:off x="713559" y="599047"/>
            <a:ext cx="1351722" cy="2634118"/>
          </a:xfrm>
          <a:prstGeom prst="round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75D3CE-7D5C-2B0C-8387-4880305A8074}"/>
              </a:ext>
            </a:extLst>
          </p:cNvPr>
          <p:cNvSpPr/>
          <p:nvPr/>
        </p:nvSpPr>
        <p:spPr>
          <a:xfrm>
            <a:off x="897702" y="2749113"/>
            <a:ext cx="1006686" cy="35780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07B649-E707-34FF-19DC-FE665E95A990}"/>
              </a:ext>
            </a:extLst>
          </p:cNvPr>
          <p:cNvSpPr txBox="1"/>
          <p:nvPr/>
        </p:nvSpPr>
        <p:spPr>
          <a:xfrm>
            <a:off x="938880" y="2737590"/>
            <a:ext cx="85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3511149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8B3F2A9-36F3-D449-0E43-F395C8518FFC}"/>
              </a:ext>
            </a:extLst>
          </p:cNvPr>
          <p:cNvGrpSpPr/>
          <p:nvPr/>
        </p:nvGrpSpPr>
        <p:grpSpPr>
          <a:xfrm>
            <a:off x="5914754" y="1428182"/>
            <a:ext cx="845138" cy="845138"/>
            <a:chOff x="3609904" y="980676"/>
            <a:chExt cx="845138" cy="8451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0F3296B-843F-2B8E-150D-BA70E5C6F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9904" y="980676"/>
              <a:ext cx="845138" cy="84513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5EAB88-B060-9F14-9287-6996B3DF4912}"/>
                </a:ext>
              </a:extLst>
            </p:cNvPr>
            <p:cNvSpPr txBox="1"/>
            <p:nvPr/>
          </p:nvSpPr>
          <p:spPr>
            <a:xfrm>
              <a:off x="3666026" y="1291888"/>
              <a:ext cx="7328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sim-dir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BFAF36-9EA1-9A86-EE8C-1C5EF5E68F5A}"/>
              </a:ext>
            </a:extLst>
          </p:cNvPr>
          <p:cNvGrpSpPr/>
          <p:nvPr/>
        </p:nvGrpSpPr>
        <p:grpSpPr>
          <a:xfrm>
            <a:off x="4839454" y="307424"/>
            <a:ext cx="845138" cy="845138"/>
            <a:chOff x="5604998" y="1177096"/>
            <a:chExt cx="845138" cy="8451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66FDC7-74AB-286E-FD84-9255C9099D80}"/>
                </a:ext>
              </a:extLst>
            </p:cNvPr>
            <p:cNvSpPr txBox="1"/>
            <p:nvPr/>
          </p:nvSpPr>
          <p:spPr>
            <a:xfrm>
              <a:off x="5786155" y="1470408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app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0D03C7-8C2D-BF99-5222-B97A27837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4998" y="1177096"/>
              <a:ext cx="845138" cy="84513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7C88E93-C195-57B4-9159-459EB5E61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51" y="1568996"/>
            <a:ext cx="845138" cy="8451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62E55A-7BF6-0780-460A-34A9AEDF9D65}"/>
              </a:ext>
            </a:extLst>
          </p:cNvPr>
          <p:cNvSpPr txBox="1"/>
          <p:nvPr/>
        </p:nvSpPr>
        <p:spPr>
          <a:xfrm>
            <a:off x="584850" y="1882808"/>
            <a:ext cx="510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args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8FD00DD-7D79-5AD4-7702-4F5808B17C17}"/>
              </a:ext>
            </a:extLst>
          </p:cNvPr>
          <p:cNvGrpSpPr/>
          <p:nvPr/>
        </p:nvGrpSpPr>
        <p:grpSpPr>
          <a:xfrm>
            <a:off x="9318336" y="1562689"/>
            <a:ext cx="845138" cy="845138"/>
            <a:chOff x="5935012" y="1568996"/>
            <a:chExt cx="845138" cy="84513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B533624-A24F-D586-D016-E9867916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5012" y="1568996"/>
              <a:ext cx="845138" cy="84513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FAF0BC-8C56-A98A-5858-24580ADF1AD4}"/>
                </a:ext>
              </a:extLst>
            </p:cNvPr>
            <p:cNvSpPr txBox="1"/>
            <p:nvPr/>
          </p:nvSpPr>
          <p:spPr>
            <a:xfrm>
              <a:off x="6107780" y="1891473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xlsx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77F8E40-76E3-2B7F-128F-3C0AFD699274}"/>
              </a:ext>
            </a:extLst>
          </p:cNvPr>
          <p:cNvGrpSpPr/>
          <p:nvPr/>
        </p:nvGrpSpPr>
        <p:grpSpPr>
          <a:xfrm>
            <a:off x="4454354" y="1517986"/>
            <a:ext cx="1738489" cy="1037420"/>
            <a:chOff x="4614666" y="1442185"/>
            <a:chExt cx="1738489" cy="10374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6B2A2D5-E672-6F24-D7EB-FFB5A9DF7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5308" y="1442185"/>
              <a:ext cx="845138" cy="84513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411A5F-ED6A-3C39-ED4D-1F456D967CF2}"/>
                </a:ext>
              </a:extLst>
            </p:cNvPr>
            <p:cNvSpPr txBox="1"/>
            <p:nvPr/>
          </p:nvSpPr>
          <p:spPr>
            <a:xfrm>
              <a:off x="4614666" y="2171828"/>
              <a:ext cx="17384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Dockerfile-template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9FF090-6C4A-8D15-4E55-6568CDEE4173}"/>
              </a:ext>
            </a:extLst>
          </p:cNvPr>
          <p:cNvGrpSpPr/>
          <p:nvPr/>
        </p:nvGrpSpPr>
        <p:grpSpPr>
          <a:xfrm>
            <a:off x="7149838" y="1568996"/>
            <a:ext cx="649295" cy="649295"/>
            <a:chOff x="2238385" y="5218104"/>
            <a:chExt cx="649295" cy="64929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B4DBA05-1EB7-C932-4329-5CAB4587C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3457312-40BB-340D-D6CB-F29184C99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9D6779-F3A9-CA1B-48D0-2453B2205CDE}"/>
              </a:ext>
            </a:extLst>
          </p:cNvPr>
          <p:cNvGrpSpPr/>
          <p:nvPr/>
        </p:nvGrpSpPr>
        <p:grpSpPr>
          <a:xfrm>
            <a:off x="8221209" y="1568996"/>
            <a:ext cx="649295" cy="649295"/>
            <a:chOff x="2238385" y="5218104"/>
            <a:chExt cx="649295" cy="64929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655F855-1CCA-3DAE-112B-B0B2EE40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9624CA4-B939-6F1D-3716-BE2BC9D6D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27EE951-A51B-BA1C-2012-F68E9B4C2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5" y="3903819"/>
            <a:ext cx="845138" cy="8451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D246BE6-E7C8-58BA-BFB8-7BB1F5BF9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72" y="2287323"/>
            <a:ext cx="845138" cy="8451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EDB7F0F-DCEE-BE8B-B600-7EE4BFAD1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72" y="3132461"/>
            <a:ext cx="845138" cy="845138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EEC1F4-C47E-619F-93EE-A680F75EA693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74057" y="2287323"/>
            <a:ext cx="3528" cy="2039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3E65DE1-28CE-EE78-E711-1644A845DEAF}"/>
              </a:ext>
            </a:extLst>
          </p:cNvPr>
          <p:cNvCxnSpPr>
            <a:cxnSpLocks/>
            <a:stCxn id="36" idx="1"/>
          </p:cNvCxnSpPr>
          <p:nvPr/>
        </p:nvCxnSpPr>
        <p:spPr>
          <a:xfrm>
            <a:off x="567172" y="2709892"/>
            <a:ext cx="178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FE0EE3C-8541-8BD8-94DA-7C21FBA18F6C}"/>
              </a:ext>
            </a:extLst>
          </p:cNvPr>
          <p:cNvCxnSpPr>
            <a:cxnSpLocks/>
          </p:cNvCxnSpPr>
          <p:nvPr/>
        </p:nvCxnSpPr>
        <p:spPr>
          <a:xfrm>
            <a:off x="574057" y="3555030"/>
            <a:ext cx="178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01DA38A-9DDB-091A-F53B-0A694101D475}"/>
              </a:ext>
            </a:extLst>
          </p:cNvPr>
          <p:cNvCxnSpPr>
            <a:cxnSpLocks/>
          </p:cNvCxnSpPr>
          <p:nvPr/>
        </p:nvCxnSpPr>
        <p:spPr>
          <a:xfrm>
            <a:off x="567172" y="4331612"/>
            <a:ext cx="178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8EBF068-B682-F1B0-780F-B541F889C1DD}"/>
              </a:ext>
            </a:extLst>
          </p:cNvPr>
          <p:cNvSpPr txBox="1"/>
          <p:nvPr/>
        </p:nvSpPr>
        <p:spPr>
          <a:xfrm>
            <a:off x="1222353" y="2571393"/>
            <a:ext cx="8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args-build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2B25CD-BC9E-8A68-2E40-AA319C7326F1}"/>
              </a:ext>
            </a:extLst>
          </p:cNvPr>
          <p:cNvSpPr txBox="1"/>
          <p:nvPr/>
        </p:nvSpPr>
        <p:spPr>
          <a:xfrm>
            <a:off x="1262489" y="3401142"/>
            <a:ext cx="741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args-run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9B1766-A4DF-6BF4-B418-EDCD33DBFAE1}"/>
              </a:ext>
            </a:extLst>
          </p:cNvPr>
          <p:cNvSpPr txBox="1"/>
          <p:nvPr/>
        </p:nvSpPr>
        <p:spPr>
          <a:xfrm>
            <a:off x="1262489" y="4187887"/>
            <a:ext cx="1415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args-sim-template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D11D21-66DB-8012-7820-13BEF28D58CE}"/>
              </a:ext>
            </a:extLst>
          </p:cNvPr>
          <p:cNvSpPr txBox="1"/>
          <p:nvPr/>
        </p:nvSpPr>
        <p:spPr>
          <a:xfrm>
            <a:off x="6926665" y="2221303"/>
            <a:ext cx="108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buildExp.py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7D77F9-B094-B935-EDFD-5168D6E1F63E}"/>
              </a:ext>
            </a:extLst>
          </p:cNvPr>
          <p:cNvSpPr txBox="1"/>
          <p:nvPr/>
        </p:nvSpPr>
        <p:spPr>
          <a:xfrm>
            <a:off x="8066779" y="2218291"/>
            <a:ext cx="974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runSim.py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59F2751-7CC5-5292-B88D-01380F23C335}"/>
              </a:ext>
            </a:extLst>
          </p:cNvPr>
          <p:cNvGrpSpPr/>
          <p:nvPr/>
        </p:nvGrpSpPr>
        <p:grpSpPr>
          <a:xfrm>
            <a:off x="2662165" y="1568996"/>
            <a:ext cx="845138" cy="845138"/>
            <a:chOff x="2999642" y="5376520"/>
            <a:chExt cx="845138" cy="84513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A3279F-2370-281F-6536-B6C97073EF46}"/>
                </a:ext>
              </a:extLst>
            </p:cNvPr>
            <p:cNvSpPr txBox="1"/>
            <p:nvPr/>
          </p:nvSpPr>
          <p:spPr>
            <a:xfrm>
              <a:off x="3070993" y="5692296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output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44F902C-707F-41B7-F76F-C6379451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9642" y="5376520"/>
              <a:ext cx="845138" cy="845138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5186AAB-5BC0-04E3-5177-5E108B2C5781}"/>
              </a:ext>
            </a:extLst>
          </p:cNvPr>
          <p:cNvGrpSpPr/>
          <p:nvPr/>
        </p:nvGrpSpPr>
        <p:grpSpPr>
          <a:xfrm>
            <a:off x="1632177" y="1568996"/>
            <a:ext cx="845138" cy="845138"/>
            <a:chOff x="1405623" y="5456365"/>
            <a:chExt cx="845138" cy="84513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D51FF0E-C7A3-A154-33D5-2F9FFB9C925A}"/>
                </a:ext>
              </a:extLst>
            </p:cNvPr>
            <p:cNvSpPr txBox="1"/>
            <p:nvPr/>
          </p:nvSpPr>
          <p:spPr>
            <a:xfrm>
              <a:off x="1534682" y="5762580"/>
              <a:ext cx="587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input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FB4C42F-D62F-50EC-9D59-F8ACA8774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623" y="5456365"/>
              <a:ext cx="845138" cy="845138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4CA6DF3-2F41-C99D-09C0-E711DCBB2F6A}"/>
              </a:ext>
            </a:extLst>
          </p:cNvPr>
          <p:cNvGrpSpPr/>
          <p:nvPr/>
        </p:nvGrpSpPr>
        <p:grpSpPr>
          <a:xfrm>
            <a:off x="3653597" y="1544203"/>
            <a:ext cx="935402" cy="935402"/>
            <a:chOff x="9073149" y="4827178"/>
            <a:chExt cx="935402" cy="935402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7894201-918D-56AC-384F-EAA1C95D7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3149" y="4827178"/>
              <a:ext cx="935402" cy="93540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6CBFDFB-5C13-F1D3-FA1B-5C714CAAEA72}"/>
                </a:ext>
              </a:extLst>
            </p:cNvPr>
            <p:cNvSpPr txBox="1"/>
            <p:nvPr/>
          </p:nvSpPr>
          <p:spPr>
            <a:xfrm>
              <a:off x="9120863" y="5204633"/>
              <a:ext cx="8598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templates</a:t>
              </a:r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39F71B-F250-1441-8A66-4A1AF3542C79}"/>
              </a:ext>
            </a:extLst>
          </p:cNvPr>
          <p:cNvCxnSpPr>
            <a:cxnSpLocks/>
          </p:cNvCxnSpPr>
          <p:nvPr/>
        </p:nvCxnSpPr>
        <p:spPr>
          <a:xfrm>
            <a:off x="6311908" y="2139313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4583178E-531E-6145-FA0D-FACF8EF8F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758" y="2800682"/>
            <a:ext cx="845138" cy="84513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57AFB8D-CA9E-8C39-DF51-103C6C45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20" y="2800682"/>
            <a:ext cx="845138" cy="84513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1B9760F-E902-C9FD-3D13-1C81BA89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454" y="2800682"/>
            <a:ext cx="845138" cy="845138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A97DC0C-D090-3F62-3029-54DA871285D0}"/>
              </a:ext>
            </a:extLst>
          </p:cNvPr>
          <p:cNvCxnSpPr>
            <a:cxnSpLocks/>
          </p:cNvCxnSpPr>
          <p:nvPr/>
        </p:nvCxnSpPr>
        <p:spPr>
          <a:xfrm>
            <a:off x="5232751" y="2578072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B09581B-BE76-3482-AF78-04AC62968222}"/>
              </a:ext>
            </a:extLst>
          </p:cNvPr>
          <p:cNvCxnSpPr>
            <a:cxnSpLocks/>
          </p:cNvCxnSpPr>
          <p:nvPr/>
        </p:nvCxnSpPr>
        <p:spPr>
          <a:xfrm>
            <a:off x="6311908" y="2571393"/>
            <a:ext cx="0" cy="3883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91B1223-5860-F64B-E34D-A08C4EBD91CF}"/>
              </a:ext>
            </a:extLst>
          </p:cNvPr>
          <p:cNvCxnSpPr>
            <a:cxnSpLocks/>
          </p:cNvCxnSpPr>
          <p:nvPr/>
        </p:nvCxnSpPr>
        <p:spPr>
          <a:xfrm>
            <a:off x="7311093" y="2578072"/>
            <a:ext cx="0" cy="381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0EF1F70-72C6-43F6-505D-165BF6131366}"/>
              </a:ext>
            </a:extLst>
          </p:cNvPr>
          <p:cNvCxnSpPr>
            <a:cxnSpLocks/>
          </p:cNvCxnSpPr>
          <p:nvPr/>
        </p:nvCxnSpPr>
        <p:spPr>
          <a:xfrm>
            <a:off x="5226908" y="2584532"/>
            <a:ext cx="2078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844A35A-AD1A-F105-314D-8C64D2E20F61}"/>
              </a:ext>
            </a:extLst>
          </p:cNvPr>
          <p:cNvSpPr txBox="1"/>
          <p:nvPr/>
        </p:nvSpPr>
        <p:spPr>
          <a:xfrm>
            <a:off x="4948102" y="3115629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main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5C27FC-35A9-E20F-5CA6-74AE0A0AF5B6}"/>
              </a:ext>
            </a:extLst>
          </p:cNvPr>
          <p:cNvSpPr txBox="1"/>
          <p:nvPr/>
        </p:nvSpPr>
        <p:spPr>
          <a:xfrm>
            <a:off x="6026179" y="3115628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user1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41577C1-AB2D-4D61-B332-D20D730D9BF6}"/>
              </a:ext>
            </a:extLst>
          </p:cNvPr>
          <p:cNvSpPr txBox="1"/>
          <p:nvPr/>
        </p:nvSpPr>
        <p:spPr>
          <a:xfrm>
            <a:off x="7119649" y="3093365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user2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81AC774-B398-B2DA-6363-47CC06A6D8CB}"/>
              </a:ext>
            </a:extLst>
          </p:cNvPr>
          <p:cNvCxnSpPr>
            <a:cxnSpLocks/>
          </p:cNvCxnSpPr>
          <p:nvPr/>
        </p:nvCxnSpPr>
        <p:spPr>
          <a:xfrm>
            <a:off x="5016164" y="3462154"/>
            <a:ext cx="0" cy="34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B960572-51BD-0A33-16B7-0760B90430BF}"/>
              </a:ext>
            </a:extLst>
          </p:cNvPr>
          <p:cNvGrpSpPr/>
          <p:nvPr/>
        </p:nvGrpSpPr>
        <p:grpSpPr>
          <a:xfrm>
            <a:off x="4023557" y="3812351"/>
            <a:ext cx="1553991" cy="1251442"/>
            <a:chOff x="4416885" y="3805292"/>
            <a:chExt cx="1553991" cy="1251442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3B749AA-DD09-ABF4-5D0B-63C51E30D91E}"/>
                </a:ext>
              </a:extLst>
            </p:cNvPr>
            <p:cNvSpPr txBox="1"/>
            <p:nvPr/>
          </p:nvSpPr>
          <p:spPr>
            <a:xfrm>
              <a:off x="4448723" y="4733566"/>
              <a:ext cx="813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main.go</a:t>
              </a: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82FD13C-F304-9EF2-078F-74CC6AFE1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6885" y="4042317"/>
              <a:ext cx="845138" cy="845138"/>
            </a:xfrm>
            <a:prstGeom prst="rect">
              <a:avLst/>
            </a:prstGeom>
          </p:spPr>
        </p:pic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FD0EFD5-B899-4227-6EF6-7000C19F3D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9454" y="3811804"/>
              <a:ext cx="64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3F591D3-BCA1-9146-B2CC-B0FBCFA1B28D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54" y="3805881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B446AA6E-6FE6-A8B6-D79D-D0FE7BA61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5738" y="4048240"/>
              <a:ext cx="845138" cy="845138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247BCD1-E33B-63A3-AA04-C6F47C4CE281}"/>
                </a:ext>
              </a:extLst>
            </p:cNvPr>
            <p:cNvSpPr txBox="1"/>
            <p:nvPr/>
          </p:nvSpPr>
          <p:spPr>
            <a:xfrm>
              <a:off x="5163617" y="4748957"/>
              <a:ext cx="769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go.mod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C5104C3-1E62-98B8-71E6-C32D08105DE9}"/>
                </a:ext>
              </a:extLst>
            </p:cNvPr>
            <p:cNvCxnSpPr>
              <a:cxnSpLocks/>
            </p:cNvCxnSpPr>
            <p:nvPr/>
          </p:nvCxnSpPr>
          <p:spPr>
            <a:xfrm>
              <a:off x="5495991" y="3805292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0E2B729-C1AE-9FEC-1125-2A24AEFE4848}"/>
              </a:ext>
            </a:extLst>
          </p:cNvPr>
          <p:cNvGrpSpPr/>
          <p:nvPr/>
        </p:nvGrpSpPr>
        <p:grpSpPr>
          <a:xfrm>
            <a:off x="5592609" y="3803028"/>
            <a:ext cx="1571581" cy="1260765"/>
            <a:chOff x="8699253" y="4470088"/>
            <a:chExt cx="1571581" cy="12607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F904ADE-0DB5-CFCE-6358-7E11E1420DEA}"/>
                </a:ext>
              </a:extLst>
            </p:cNvPr>
            <p:cNvSpPr txBox="1"/>
            <p:nvPr/>
          </p:nvSpPr>
          <p:spPr>
            <a:xfrm>
              <a:off x="8699253" y="5423076"/>
              <a:ext cx="8581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user1.go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C964DC45-6226-B587-D77C-2EE532F4D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6843" y="4707113"/>
              <a:ext cx="845138" cy="845138"/>
            </a:xfrm>
            <a:prstGeom prst="rect">
              <a:avLst/>
            </a:prstGeom>
          </p:spPr>
        </p:pic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E0C7CFF-C6D4-31B0-6F24-7AC4A6FC49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9412" y="4476600"/>
              <a:ext cx="64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ADA7CF9-92DE-D354-7A3B-5CD45A8AADC6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12" y="4470677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DDB4012-D141-0A6B-A416-5F94F7686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5696" y="4713036"/>
              <a:ext cx="845138" cy="845138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774CAC3-C1D5-385C-2424-F9E627982C98}"/>
                </a:ext>
              </a:extLst>
            </p:cNvPr>
            <p:cNvSpPr txBox="1"/>
            <p:nvPr/>
          </p:nvSpPr>
          <p:spPr>
            <a:xfrm>
              <a:off x="9463575" y="5413753"/>
              <a:ext cx="769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go.mod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8C5AAFB-52AF-D48E-2021-31BCC28E76BA}"/>
                </a:ext>
              </a:extLst>
            </p:cNvPr>
            <p:cNvCxnSpPr>
              <a:cxnSpLocks/>
            </p:cNvCxnSpPr>
            <p:nvPr/>
          </p:nvCxnSpPr>
          <p:spPr>
            <a:xfrm>
              <a:off x="9795949" y="4470088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B362A14-9DC2-7B94-E0DC-378C57930A41}"/>
              </a:ext>
            </a:extLst>
          </p:cNvPr>
          <p:cNvGrpSpPr/>
          <p:nvPr/>
        </p:nvGrpSpPr>
        <p:grpSpPr>
          <a:xfrm>
            <a:off x="7026080" y="3797160"/>
            <a:ext cx="1571581" cy="1260765"/>
            <a:chOff x="8699253" y="4470088"/>
            <a:chExt cx="1571581" cy="126076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289EECE-D49E-225D-7667-DCDDA29FA22F}"/>
                </a:ext>
              </a:extLst>
            </p:cNvPr>
            <p:cNvSpPr txBox="1"/>
            <p:nvPr/>
          </p:nvSpPr>
          <p:spPr>
            <a:xfrm>
              <a:off x="8699253" y="5423076"/>
              <a:ext cx="8581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user2.go</a:t>
              </a: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6A3AB0A1-3490-614E-A1DB-B7A4B390F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6843" y="4707113"/>
              <a:ext cx="845138" cy="845138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CAF0125-BE2A-F329-A9EE-5F1001146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9412" y="4476600"/>
              <a:ext cx="64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D470E7D-6393-761B-2CFB-A486B0F05474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12" y="4470677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D5DDB0ED-4B80-94EB-CBA9-9A509A13A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5696" y="4713036"/>
              <a:ext cx="845138" cy="845138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26071AA-D591-4080-F4AE-3A84AB1B69ED}"/>
                </a:ext>
              </a:extLst>
            </p:cNvPr>
            <p:cNvSpPr txBox="1"/>
            <p:nvPr/>
          </p:nvSpPr>
          <p:spPr>
            <a:xfrm>
              <a:off x="9463575" y="5413753"/>
              <a:ext cx="769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go.mod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7AC9699-CEA9-F2C0-8460-85F596152591}"/>
                </a:ext>
              </a:extLst>
            </p:cNvPr>
            <p:cNvCxnSpPr>
              <a:cxnSpLocks/>
            </p:cNvCxnSpPr>
            <p:nvPr/>
          </p:nvCxnSpPr>
          <p:spPr>
            <a:xfrm>
              <a:off x="9795949" y="4470088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05427D6-911C-5E91-9EE1-8F4D74E8DFE3}"/>
              </a:ext>
            </a:extLst>
          </p:cNvPr>
          <p:cNvCxnSpPr>
            <a:cxnSpLocks/>
          </p:cNvCxnSpPr>
          <p:nvPr/>
        </p:nvCxnSpPr>
        <p:spPr>
          <a:xfrm>
            <a:off x="6362989" y="3478862"/>
            <a:ext cx="0" cy="34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E587117-F8B5-2D0A-6388-AE8823FDAF9B}"/>
              </a:ext>
            </a:extLst>
          </p:cNvPr>
          <p:cNvCxnSpPr>
            <a:cxnSpLocks/>
          </p:cNvCxnSpPr>
          <p:nvPr/>
        </p:nvCxnSpPr>
        <p:spPr>
          <a:xfrm>
            <a:off x="7643720" y="3460812"/>
            <a:ext cx="0" cy="34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B9E9D6D-9BAB-2FFD-4BF3-B08BA43B9E2E}"/>
              </a:ext>
            </a:extLst>
          </p:cNvPr>
          <p:cNvGrpSpPr/>
          <p:nvPr/>
        </p:nvGrpSpPr>
        <p:grpSpPr>
          <a:xfrm>
            <a:off x="9337256" y="2556004"/>
            <a:ext cx="845138" cy="845138"/>
            <a:chOff x="5935012" y="1568996"/>
            <a:chExt cx="845138" cy="845138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97F7CAB2-D857-03E2-3438-53206AF15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5012" y="1568996"/>
              <a:ext cx="845138" cy="845138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09239B9-1EE1-A60D-6618-5DD4BC476471}"/>
                </a:ext>
              </a:extLst>
            </p:cNvPr>
            <p:cNvSpPr txBox="1"/>
            <p:nvPr/>
          </p:nvSpPr>
          <p:spPr>
            <a:xfrm>
              <a:off x="6053279" y="1891473"/>
              <a:ext cx="587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input</a:t>
              </a:r>
            </a:p>
          </p:txBody>
        </p:sp>
      </p:grpSp>
      <p:pic>
        <p:nvPicPr>
          <p:cNvPr id="120" name="Picture 119">
            <a:extLst>
              <a:ext uri="{FF2B5EF4-FFF2-40B4-BE49-F238E27FC236}">
                <a16:creationId xmlns:a16="http://schemas.microsoft.com/office/drawing/2014/main" id="{08287E09-FC89-144E-29A6-F7BEBF3C3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67" y="3562605"/>
            <a:ext cx="845138" cy="845138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5B6792F-18B7-5836-CF3B-C2076B85BADE}"/>
              </a:ext>
            </a:extLst>
          </p:cNvPr>
          <p:cNvCxnSpPr>
            <a:cxnSpLocks/>
          </p:cNvCxnSpPr>
          <p:nvPr/>
        </p:nvCxnSpPr>
        <p:spPr>
          <a:xfrm>
            <a:off x="9719479" y="2273320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87B9D1D-098B-E0C8-2111-B379A29CC41B}"/>
              </a:ext>
            </a:extLst>
          </p:cNvPr>
          <p:cNvCxnSpPr>
            <a:cxnSpLocks/>
          </p:cNvCxnSpPr>
          <p:nvPr/>
        </p:nvCxnSpPr>
        <p:spPr>
          <a:xfrm>
            <a:off x="9749033" y="3238202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A542EE1-7635-CFDF-1D3A-423A96B5CC7E}"/>
              </a:ext>
            </a:extLst>
          </p:cNvPr>
          <p:cNvSpPr txBox="1"/>
          <p:nvPr/>
        </p:nvSpPr>
        <p:spPr>
          <a:xfrm>
            <a:off x="9318336" y="4326386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model.xlsx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2541418-96DE-1E1C-D205-0669F45ACB4E}"/>
              </a:ext>
            </a:extLst>
          </p:cNvPr>
          <p:cNvCxnSpPr>
            <a:cxnSpLocks/>
          </p:cNvCxnSpPr>
          <p:nvPr/>
        </p:nvCxnSpPr>
        <p:spPr>
          <a:xfrm>
            <a:off x="839920" y="1257507"/>
            <a:ext cx="8879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1DCA764-C919-4C2D-5886-C2F86B59C88A}"/>
              </a:ext>
            </a:extLst>
          </p:cNvPr>
          <p:cNvCxnSpPr>
            <a:cxnSpLocks/>
          </p:cNvCxnSpPr>
          <p:nvPr/>
        </p:nvCxnSpPr>
        <p:spPr>
          <a:xfrm>
            <a:off x="5236281" y="1010751"/>
            <a:ext cx="0" cy="246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FB33499-29B3-76C4-E01B-B4ED5B370D82}"/>
              </a:ext>
            </a:extLst>
          </p:cNvPr>
          <p:cNvCxnSpPr>
            <a:cxnSpLocks/>
          </p:cNvCxnSpPr>
          <p:nvPr/>
        </p:nvCxnSpPr>
        <p:spPr>
          <a:xfrm>
            <a:off x="839920" y="1257507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290856D-5A33-FA85-BEE1-3EEDFB44D3A9}"/>
              </a:ext>
            </a:extLst>
          </p:cNvPr>
          <p:cNvCxnSpPr>
            <a:cxnSpLocks/>
          </p:cNvCxnSpPr>
          <p:nvPr/>
        </p:nvCxnSpPr>
        <p:spPr>
          <a:xfrm>
            <a:off x="2077587" y="1283645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4E2B66C-2B61-908A-BDC0-F6324E9B133A}"/>
              </a:ext>
            </a:extLst>
          </p:cNvPr>
          <p:cNvCxnSpPr>
            <a:cxnSpLocks/>
          </p:cNvCxnSpPr>
          <p:nvPr/>
        </p:nvCxnSpPr>
        <p:spPr>
          <a:xfrm>
            <a:off x="3084734" y="1285869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FA2ED44-DF95-A73C-7D62-16525DA9C43D}"/>
              </a:ext>
            </a:extLst>
          </p:cNvPr>
          <p:cNvCxnSpPr>
            <a:cxnSpLocks/>
          </p:cNvCxnSpPr>
          <p:nvPr/>
        </p:nvCxnSpPr>
        <p:spPr>
          <a:xfrm>
            <a:off x="4139177" y="1257507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CBA0F82-9E37-4408-A194-F713D31CAB99}"/>
              </a:ext>
            </a:extLst>
          </p:cNvPr>
          <p:cNvCxnSpPr>
            <a:cxnSpLocks/>
          </p:cNvCxnSpPr>
          <p:nvPr/>
        </p:nvCxnSpPr>
        <p:spPr>
          <a:xfrm>
            <a:off x="5236803" y="1171200"/>
            <a:ext cx="0" cy="455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ABD2A68-61D1-F978-C7AF-F9195646E718}"/>
              </a:ext>
            </a:extLst>
          </p:cNvPr>
          <p:cNvCxnSpPr>
            <a:cxnSpLocks/>
          </p:cNvCxnSpPr>
          <p:nvPr/>
        </p:nvCxnSpPr>
        <p:spPr>
          <a:xfrm>
            <a:off x="6315690" y="1257507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BD0101D-EBC1-42C2-3740-FAF07280D195}"/>
              </a:ext>
            </a:extLst>
          </p:cNvPr>
          <p:cNvCxnSpPr>
            <a:cxnSpLocks/>
          </p:cNvCxnSpPr>
          <p:nvPr/>
        </p:nvCxnSpPr>
        <p:spPr>
          <a:xfrm>
            <a:off x="7430792" y="1257507"/>
            <a:ext cx="0" cy="298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4D04266-C489-C36D-D0FF-9BF3C3D746E3}"/>
              </a:ext>
            </a:extLst>
          </p:cNvPr>
          <p:cNvCxnSpPr>
            <a:cxnSpLocks/>
          </p:cNvCxnSpPr>
          <p:nvPr/>
        </p:nvCxnSpPr>
        <p:spPr>
          <a:xfrm>
            <a:off x="8522307" y="1257507"/>
            <a:ext cx="0" cy="298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26C9679-FFFD-B1F1-FF4A-DA9BDEB3DA9A}"/>
              </a:ext>
            </a:extLst>
          </p:cNvPr>
          <p:cNvCxnSpPr>
            <a:cxnSpLocks/>
          </p:cNvCxnSpPr>
          <p:nvPr/>
        </p:nvCxnSpPr>
        <p:spPr>
          <a:xfrm>
            <a:off x="9700272" y="1271287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67AF140D-3BB5-1191-FFD7-5302EBF6DFB9}"/>
              </a:ext>
            </a:extLst>
          </p:cNvPr>
          <p:cNvSpPr/>
          <p:nvPr/>
        </p:nvSpPr>
        <p:spPr>
          <a:xfrm>
            <a:off x="3931615" y="4106530"/>
            <a:ext cx="811530" cy="2198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4F44B0E-962D-6F21-96DF-1347971DED6D}"/>
              </a:ext>
            </a:extLst>
          </p:cNvPr>
          <p:cNvSpPr/>
          <p:nvPr/>
        </p:nvSpPr>
        <p:spPr>
          <a:xfrm>
            <a:off x="4802502" y="4077959"/>
            <a:ext cx="811530" cy="2198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D1F2AF3-657B-B1B4-2734-4274AC7C3172}"/>
              </a:ext>
            </a:extLst>
          </p:cNvPr>
          <p:cNvCxnSpPr>
            <a:cxnSpLocks/>
            <a:stCxn id="145" idx="3"/>
          </p:cNvCxnSpPr>
          <p:nvPr/>
        </p:nvCxnSpPr>
        <p:spPr>
          <a:xfrm flipH="1">
            <a:off x="3331998" y="4294189"/>
            <a:ext cx="718463" cy="472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CFF5B11-92B5-AF02-5F33-6D8767B2FB26}"/>
              </a:ext>
            </a:extLst>
          </p:cNvPr>
          <p:cNvCxnSpPr>
            <a:cxnSpLocks/>
          </p:cNvCxnSpPr>
          <p:nvPr/>
        </p:nvCxnSpPr>
        <p:spPr>
          <a:xfrm>
            <a:off x="5443239" y="4254084"/>
            <a:ext cx="130185" cy="10494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342A7BF7-B7A5-D7CF-636D-BCF6FFD76665}"/>
              </a:ext>
            </a:extLst>
          </p:cNvPr>
          <p:cNvSpPr/>
          <p:nvPr/>
        </p:nvSpPr>
        <p:spPr>
          <a:xfrm>
            <a:off x="7114768" y="4084257"/>
            <a:ext cx="628489" cy="2099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B41B5AE-693A-9BD0-696A-8336B46FFFF4}"/>
              </a:ext>
            </a:extLst>
          </p:cNvPr>
          <p:cNvCxnSpPr>
            <a:cxnSpLocks/>
          </p:cNvCxnSpPr>
          <p:nvPr/>
        </p:nvCxnSpPr>
        <p:spPr>
          <a:xfrm>
            <a:off x="7736078" y="4215512"/>
            <a:ext cx="1045972" cy="119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6B9B5B1-74D8-01EA-A00B-77291DE85600}"/>
              </a:ext>
            </a:extLst>
          </p:cNvPr>
          <p:cNvGrpSpPr/>
          <p:nvPr/>
        </p:nvGrpSpPr>
        <p:grpSpPr>
          <a:xfrm>
            <a:off x="2003910" y="4822409"/>
            <a:ext cx="1957467" cy="1431381"/>
            <a:chOff x="1881107" y="4905022"/>
            <a:chExt cx="1957467" cy="1431381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873F28E0-69D8-6B50-7D82-957C41675053}"/>
                </a:ext>
              </a:extLst>
            </p:cNvPr>
            <p:cNvGrpSpPr/>
            <p:nvPr/>
          </p:nvGrpSpPr>
          <p:grpSpPr>
            <a:xfrm>
              <a:off x="1943100" y="4905022"/>
              <a:ext cx="1825826" cy="1422745"/>
              <a:chOff x="1943100" y="4905022"/>
              <a:chExt cx="1825826" cy="1422745"/>
            </a:xfrm>
          </p:grpSpPr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F8F4151-5F70-BF2B-BF15-853471E10B35}"/>
                  </a:ext>
                </a:extLst>
              </p:cNvPr>
              <p:cNvSpPr txBox="1"/>
              <p:nvPr/>
            </p:nvSpPr>
            <p:spPr>
              <a:xfrm>
                <a:off x="2044901" y="4905022"/>
                <a:ext cx="152323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/>
                  <a:t>package main</a:t>
                </a:r>
              </a:p>
              <a:p>
                <a:r>
                  <a:rPr lang="en-US" sz="1600"/>
                  <a:t>import (</a:t>
                </a:r>
              </a:p>
              <a:p>
                <a:r>
                  <a:rPr lang="en-US" sz="1600"/>
                  <a:t>    “local/user1”</a:t>
                </a:r>
              </a:p>
              <a:p>
                <a:r>
                  <a:rPr lang="en-US" sz="1600"/>
                  <a:t>    “local/user2”</a:t>
                </a:r>
              </a:p>
              <a:p>
                <a:r>
                  <a:rPr lang="en-US" sz="1600"/>
                  <a:t>                 ….</a:t>
                </a:r>
              </a:p>
            </p:txBody>
          </p:sp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3991E07C-8225-3A56-0B62-0DEF75B85B85}"/>
                  </a:ext>
                </a:extLst>
              </p:cNvPr>
              <p:cNvSpPr/>
              <p:nvPr/>
            </p:nvSpPr>
            <p:spPr>
              <a:xfrm>
                <a:off x="1943100" y="4905022"/>
                <a:ext cx="1724025" cy="1323439"/>
              </a:xfrm>
              <a:prstGeom prst="roundRect">
                <a:avLst/>
              </a:prstGeom>
              <a:noFill/>
              <a:ln w="603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8B884C4-0B21-394D-7B99-6438F781F6D4}"/>
                  </a:ext>
                </a:extLst>
              </p:cNvPr>
              <p:cNvSpPr/>
              <p:nvPr/>
            </p:nvSpPr>
            <p:spPr>
              <a:xfrm>
                <a:off x="3441340" y="5957181"/>
                <a:ext cx="327586" cy="3705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F90615A-8E53-630A-8145-42F6421D4ACE}"/>
                </a:ext>
              </a:extLst>
            </p:cNvPr>
            <p:cNvSpPr/>
            <p:nvPr/>
          </p:nvSpPr>
          <p:spPr>
            <a:xfrm>
              <a:off x="1881107" y="5965817"/>
              <a:ext cx="1957467" cy="3705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DC70FD1-13C4-79C5-8B3D-BFE44279B4D5}"/>
              </a:ext>
            </a:extLst>
          </p:cNvPr>
          <p:cNvGrpSpPr/>
          <p:nvPr/>
        </p:nvGrpSpPr>
        <p:grpSpPr>
          <a:xfrm>
            <a:off x="3971576" y="5303520"/>
            <a:ext cx="3385745" cy="1488031"/>
            <a:chOff x="4358080" y="5188994"/>
            <a:chExt cx="3385745" cy="1488031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16E1402-60E1-B4BD-3848-2CF3832819C5}"/>
                </a:ext>
              </a:extLst>
            </p:cNvPr>
            <p:cNvGrpSpPr/>
            <p:nvPr/>
          </p:nvGrpSpPr>
          <p:grpSpPr>
            <a:xfrm>
              <a:off x="4691511" y="5188994"/>
              <a:ext cx="2867452" cy="1323439"/>
              <a:chOff x="4691511" y="5188994"/>
              <a:chExt cx="2867452" cy="1323439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1AF179B-B705-B253-DC35-5063575ABBC6}"/>
                  </a:ext>
                </a:extLst>
              </p:cNvPr>
              <p:cNvSpPr txBox="1"/>
              <p:nvPr/>
            </p:nvSpPr>
            <p:spPr>
              <a:xfrm>
                <a:off x="4691511" y="5188994"/>
                <a:ext cx="2867452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                         ….</a:t>
                </a:r>
              </a:p>
              <a:p>
                <a:r>
                  <a:rPr lang="en-US" sz="1600"/>
                  <a:t>replace local/user1 =&gt; ../user1</a:t>
                </a:r>
              </a:p>
              <a:p>
                <a:r>
                  <a:rPr lang="en-US" sz="1600"/>
                  <a:t>replace local/user2 =&gt; ../user2</a:t>
                </a:r>
              </a:p>
              <a:p>
                <a:r>
                  <a:rPr lang="en-US"/>
                  <a:t>                          ….</a:t>
                </a:r>
              </a:p>
            </p:txBody>
          </p:sp>
          <p:sp>
            <p:nvSpPr>
              <p:cNvPr id="196" name="Rounded Rectangle 195">
                <a:extLst>
                  <a:ext uri="{FF2B5EF4-FFF2-40B4-BE49-F238E27FC236}">
                    <a16:creationId xmlns:a16="http://schemas.microsoft.com/office/drawing/2014/main" id="{8E01BEF5-F27E-5B38-06A4-0897877B7C85}"/>
                  </a:ext>
                </a:extLst>
              </p:cNvPr>
              <p:cNvSpPr/>
              <p:nvPr/>
            </p:nvSpPr>
            <p:spPr>
              <a:xfrm>
                <a:off x="4691511" y="5188994"/>
                <a:ext cx="2867452" cy="1323439"/>
              </a:xfrm>
              <a:prstGeom prst="roundRect">
                <a:avLst/>
              </a:prstGeom>
              <a:noFill/>
              <a:ln w="603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E945F12-7C1D-4BF3-B29C-AC566AF64DEC}"/>
                </a:ext>
              </a:extLst>
            </p:cNvPr>
            <p:cNvSpPr/>
            <p:nvPr/>
          </p:nvSpPr>
          <p:spPr>
            <a:xfrm>
              <a:off x="4358080" y="6141847"/>
              <a:ext cx="3385745" cy="535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989A7C5-93C3-8216-C47E-C984D3739E7A}"/>
              </a:ext>
            </a:extLst>
          </p:cNvPr>
          <p:cNvGrpSpPr/>
          <p:nvPr/>
        </p:nvGrpSpPr>
        <p:grpSpPr>
          <a:xfrm>
            <a:off x="8011449" y="5424374"/>
            <a:ext cx="1741262" cy="877810"/>
            <a:chOff x="7876202" y="5372315"/>
            <a:chExt cx="1741262" cy="877810"/>
          </a:xfrm>
        </p:grpSpPr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13AA7E49-BC81-95A3-B584-1712AA8DBDAD}"/>
                </a:ext>
              </a:extLst>
            </p:cNvPr>
            <p:cNvSpPr txBox="1"/>
            <p:nvPr/>
          </p:nvSpPr>
          <p:spPr>
            <a:xfrm>
              <a:off x="8090308" y="5407170"/>
              <a:ext cx="1313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package user2</a:t>
              </a:r>
            </a:p>
          </p:txBody>
        </p:sp>
        <p:sp>
          <p:nvSpPr>
            <p:cNvPr id="199" name="Rounded Rectangle 198">
              <a:extLst>
                <a:ext uri="{FF2B5EF4-FFF2-40B4-BE49-F238E27FC236}">
                  <a16:creationId xmlns:a16="http://schemas.microsoft.com/office/drawing/2014/main" id="{06B17DBB-6A1A-7729-8EF9-46E71EB1843D}"/>
                </a:ext>
              </a:extLst>
            </p:cNvPr>
            <p:cNvSpPr/>
            <p:nvPr/>
          </p:nvSpPr>
          <p:spPr>
            <a:xfrm>
              <a:off x="7961049" y="5372315"/>
              <a:ext cx="1571569" cy="685264"/>
            </a:xfrm>
            <a:prstGeom prst="roundRect">
              <a:avLst/>
            </a:pr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5960FB89-C622-708A-27B2-A0BCFF7C751F}"/>
                </a:ext>
              </a:extLst>
            </p:cNvPr>
            <p:cNvSpPr/>
            <p:nvPr/>
          </p:nvSpPr>
          <p:spPr>
            <a:xfrm>
              <a:off x="7876202" y="5714947"/>
              <a:ext cx="1741262" cy="535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659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74D3-9903-E383-7494-170AF9D1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B33E0F6-8DE1-6352-F631-6A39101C93EA}"/>
              </a:ext>
            </a:extLst>
          </p:cNvPr>
          <p:cNvGrpSpPr/>
          <p:nvPr/>
        </p:nvGrpSpPr>
        <p:grpSpPr>
          <a:xfrm>
            <a:off x="5914754" y="1572906"/>
            <a:ext cx="845138" cy="845138"/>
            <a:chOff x="3609904" y="980676"/>
            <a:chExt cx="845138" cy="8451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2528A9F-05C9-2F93-6ACA-49D8A3553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9904" y="980676"/>
              <a:ext cx="845138" cy="84513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6E7424-5872-8928-C084-D0A64349B036}"/>
                </a:ext>
              </a:extLst>
            </p:cNvPr>
            <p:cNvSpPr txBox="1"/>
            <p:nvPr/>
          </p:nvSpPr>
          <p:spPr>
            <a:xfrm>
              <a:off x="3666026" y="1291888"/>
              <a:ext cx="7328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sim-dir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EE2EC6-DE74-A52A-91ED-F39CF2EA92DB}"/>
              </a:ext>
            </a:extLst>
          </p:cNvPr>
          <p:cNvGrpSpPr/>
          <p:nvPr/>
        </p:nvGrpSpPr>
        <p:grpSpPr>
          <a:xfrm>
            <a:off x="4839454" y="452148"/>
            <a:ext cx="845138" cy="845138"/>
            <a:chOff x="5604998" y="1177096"/>
            <a:chExt cx="845138" cy="8451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3C9794-EFE8-AB32-EF45-B24B5354449D}"/>
                </a:ext>
              </a:extLst>
            </p:cNvPr>
            <p:cNvSpPr txBox="1"/>
            <p:nvPr/>
          </p:nvSpPr>
          <p:spPr>
            <a:xfrm>
              <a:off x="5786155" y="1470408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app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F10E73-7EE9-C213-A1B5-C2A0575E8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4998" y="1177096"/>
              <a:ext cx="845138" cy="84513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7510BE5-1282-3F75-E608-74050605E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51" y="1713720"/>
            <a:ext cx="845138" cy="8451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3F9EAD-A653-1C4C-6E7D-83ECD09DC34E}"/>
              </a:ext>
            </a:extLst>
          </p:cNvPr>
          <p:cNvSpPr txBox="1"/>
          <p:nvPr/>
        </p:nvSpPr>
        <p:spPr>
          <a:xfrm>
            <a:off x="584850" y="2027532"/>
            <a:ext cx="510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args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53834F6-B70B-8B85-2C01-FC2CD8C824D2}"/>
              </a:ext>
            </a:extLst>
          </p:cNvPr>
          <p:cNvGrpSpPr/>
          <p:nvPr/>
        </p:nvGrpSpPr>
        <p:grpSpPr>
          <a:xfrm>
            <a:off x="9318336" y="1707413"/>
            <a:ext cx="845138" cy="845138"/>
            <a:chOff x="5935012" y="1568996"/>
            <a:chExt cx="845138" cy="84513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51CF01B-2C9C-F254-3013-1EC1DD5F5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5012" y="1568996"/>
              <a:ext cx="845138" cy="84513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01A3D2-2878-F811-9E4D-53CA754AE030}"/>
                </a:ext>
              </a:extLst>
            </p:cNvPr>
            <p:cNvSpPr txBox="1"/>
            <p:nvPr/>
          </p:nvSpPr>
          <p:spPr>
            <a:xfrm>
              <a:off x="6107780" y="1891473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xlsx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65B7B56-9072-C553-5054-F323A0C8ACB8}"/>
              </a:ext>
            </a:extLst>
          </p:cNvPr>
          <p:cNvGrpSpPr/>
          <p:nvPr/>
        </p:nvGrpSpPr>
        <p:grpSpPr>
          <a:xfrm>
            <a:off x="4454354" y="1662710"/>
            <a:ext cx="1738489" cy="1037420"/>
            <a:chOff x="4614666" y="1442185"/>
            <a:chExt cx="1738489" cy="10374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686ECF2-DB68-7BB4-7961-E0D715A00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5308" y="1442185"/>
              <a:ext cx="845138" cy="84513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2BBBC9-4F80-58DB-FE92-1081F05E0FEC}"/>
                </a:ext>
              </a:extLst>
            </p:cNvPr>
            <p:cNvSpPr txBox="1"/>
            <p:nvPr/>
          </p:nvSpPr>
          <p:spPr>
            <a:xfrm>
              <a:off x="4614666" y="2171828"/>
              <a:ext cx="17384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Dockerfile-template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E01C07-9BAD-D289-BC7C-E88D58891395}"/>
              </a:ext>
            </a:extLst>
          </p:cNvPr>
          <p:cNvGrpSpPr/>
          <p:nvPr/>
        </p:nvGrpSpPr>
        <p:grpSpPr>
          <a:xfrm>
            <a:off x="6486209" y="442470"/>
            <a:ext cx="649295" cy="649295"/>
            <a:chOff x="2238385" y="5218104"/>
            <a:chExt cx="649295" cy="64929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BF2C1EC-A22F-0283-0F03-8B8989F88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0F146F0-ECBC-ED02-5BC3-16B03AF42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01CAF6-F631-85AB-9671-9A36FC6739CF}"/>
              </a:ext>
            </a:extLst>
          </p:cNvPr>
          <p:cNvGrpSpPr/>
          <p:nvPr/>
        </p:nvGrpSpPr>
        <p:grpSpPr>
          <a:xfrm>
            <a:off x="8174897" y="421631"/>
            <a:ext cx="649295" cy="649295"/>
            <a:chOff x="2238385" y="5218104"/>
            <a:chExt cx="649295" cy="64929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4456A06-E39F-3638-1AF1-4A5B02EB9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2A273D6-FCA0-BDB2-D618-B797059BE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CF36666F-7BFE-EF9A-05AC-99C62BBC7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5" y="4048543"/>
            <a:ext cx="845138" cy="8451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75095CC-C974-0152-A763-121BEF6BC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72" y="2432047"/>
            <a:ext cx="845138" cy="8451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2315E70-4DE2-7F8E-0519-B221557F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72" y="3277185"/>
            <a:ext cx="845138" cy="845138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AC05209-BBDB-63DF-BD47-4D097F784906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74057" y="2432047"/>
            <a:ext cx="3528" cy="2039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C0AC4C-A7CF-8B78-08B4-92C4C9FD90B7}"/>
              </a:ext>
            </a:extLst>
          </p:cNvPr>
          <p:cNvCxnSpPr>
            <a:cxnSpLocks/>
            <a:stCxn id="36" idx="1"/>
          </p:cNvCxnSpPr>
          <p:nvPr/>
        </p:nvCxnSpPr>
        <p:spPr>
          <a:xfrm>
            <a:off x="567172" y="2854616"/>
            <a:ext cx="178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1AB395-2733-D0E1-8E47-C8F762889259}"/>
              </a:ext>
            </a:extLst>
          </p:cNvPr>
          <p:cNvCxnSpPr>
            <a:cxnSpLocks/>
          </p:cNvCxnSpPr>
          <p:nvPr/>
        </p:nvCxnSpPr>
        <p:spPr>
          <a:xfrm>
            <a:off x="574057" y="3699754"/>
            <a:ext cx="178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11EAA6-3DAB-1818-268D-86211E727453}"/>
              </a:ext>
            </a:extLst>
          </p:cNvPr>
          <p:cNvCxnSpPr>
            <a:cxnSpLocks/>
          </p:cNvCxnSpPr>
          <p:nvPr/>
        </p:nvCxnSpPr>
        <p:spPr>
          <a:xfrm>
            <a:off x="567172" y="4476336"/>
            <a:ext cx="178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BFA1FE9-D08E-4F99-2FA6-236E78E488BA}"/>
              </a:ext>
            </a:extLst>
          </p:cNvPr>
          <p:cNvSpPr txBox="1"/>
          <p:nvPr/>
        </p:nvSpPr>
        <p:spPr>
          <a:xfrm>
            <a:off x="1222353" y="2716117"/>
            <a:ext cx="8552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args-build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7FF6DA-EFF5-A109-7001-0F2EC3870A19}"/>
              </a:ext>
            </a:extLst>
          </p:cNvPr>
          <p:cNvSpPr txBox="1"/>
          <p:nvPr/>
        </p:nvSpPr>
        <p:spPr>
          <a:xfrm>
            <a:off x="1262489" y="3545866"/>
            <a:ext cx="7414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args-run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7025C8-4C98-1CE8-8920-5973C9106140}"/>
              </a:ext>
            </a:extLst>
          </p:cNvPr>
          <p:cNvSpPr txBox="1"/>
          <p:nvPr/>
        </p:nvSpPr>
        <p:spPr>
          <a:xfrm>
            <a:off x="1262489" y="4332611"/>
            <a:ext cx="1415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args-sim-template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EB8A88-CE74-17C1-5100-B7C11314DF0E}"/>
              </a:ext>
            </a:extLst>
          </p:cNvPr>
          <p:cNvSpPr txBox="1"/>
          <p:nvPr/>
        </p:nvSpPr>
        <p:spPr>
          <a:xfrm>
            <a:off x="6220466" y="1049947"/>
            <a:ext cx="108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buildExp.py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37F3D4-CB24-17ED-520B-714CAF504183}"/>
              </a:ext>
            </a:extLst>
          </p:cNvPr>
          <p:cNvSpPr txBox="1"/>
          <p:nvPr/>
        </p:nvSpPr>
        <p:spPr>
          <a:xfrm>
            <a:off x="7987793" y="1028826"/>
            <a:ext cx="974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runSim.py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27F6F0-A42B-612A-4302-394F77A8C9A7}"/>
              </a:ext>
            </a:extLst>
          </p:cNvPr>
          <p:cNvGrpSpPr/>
          <p:nvPr/>
        </p:nvGrpSpPr>
        <p:grpSpPr>
          <a:xfrm>
            <a:off x="2662165" y="1713720"/>
            <a:ext cx="845138" cy="845138"/>
            <a:chOff x="2999642" y="5376520"/>
            <a:chExt cx="845138" cy="84513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819C3F9-C671-17E6-B8E1-68E76F54F145}"/>
                </a:ext>
              </a:extLst>
            </p:cNvPr>
            <p:cNvSpPr txBox="1"/>
            <p:nvPr/>
          </p:nvSpPr>
          <p:spPr>
            <a:xfrm>
              <a:off x="3070993" y="5692296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output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9C15A11-05EB-5C33-E904-82AFF091E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9642" y="5376520"/>
              <a:ext cx="845138" cy="845138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BD917FD-9FA6-06AD-4175-A718D1587288}"/>
              </a:ext>
            </a:extLst>
          </p:cNvPr>
          <p:cNvGrpSpPr/>
          <p:nvPr/>
        </p:nvGrpSpPr>
        <p:grpSpPr>
          <a:xfrm>
            <a:off x="1632177" y="1713720"/>
            <a:ext cx="845138" cy="845138"/>
            <a:chOff x="1405623" y="5456365"/>
            <a:chExt cx="845138" cy="84513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8418141-0AE0-16A0-3305-4B30B8D35D90}"/>
                </a:ext>
              </a:extLst>
            </p:cNvPr>
            <p:cNvSpPr txBox="1"/>
            <p:nvPr/>
          </p:nvSpPr>
          <p:spPr>
            <a:xfrm>
              <a:off x="1534682" y="5762580"/>
              <a:ext cx="587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input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BA71948-5731-2E2E-3389-86A462C25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623" y="5456365"/>
              <a:ext cx="845138" cy="845138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93BF988-D68C-0E47-3231-C9FBFB37A182}"/>
              </a:ext>
            </a:extLst>
          </p:cNvPr>
          <p:cNvGrpSpPr/>
          <p:nvPr/>
        </p:nvGrpSpPr>
        <p:grpSpPr>
          <a:xfrm>
            <a:off x="3653597" y="1688927"/>
            <a:ext cx="935402" cy="935402"/>
            <a:chOff x="9073149" y="4827178"/>
            <a:chExt cx="935402" cy="935402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AF75B84-5074-9E28-A434-01682304E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3149" y="4827178"/>
              <a:ext cx="935402" cy="935402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EEF9AE5-F125-05F1-DC98-D609558BF7C7}"/>
                </a:ext>
              </a:extLst>
            </p:cNvPr>
            <p:cNvSpPr txBox="1"/>
            <p:nvPr/>
          </p:nvSpPr>
          <p:spPr>
            <a:xfrm>
              <a:off x="9120863" y="5204633"/>
              <a:ext cx="8598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templates</a:t>
              </a:r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D3BF30C-58A6-1A75-B1AD-6431DA25643B}"/>
              </a:ext>
            </a:extLst>
          </p:cNvPr>
          <p:cNvCxnSpPr>
            <a:cxnSpLocks/>
          </p:cNvCxnSpPr>
          <p:nvPr/>
        </p:nvCxnSpPr>
        <p:spPr>
          <a:xfrm>
            <a:off x="6311908" y="2284037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64D01B8-D0D7-32A1-B283-604CB8BAE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758" y="2945406"/>
            <a:ext cx="845138" cy="84513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675B7FF-A4F4-00A6-24E5-4678612E2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20" y="2945406"/>
            <a:ext cx="845138" cy="84513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23ACB7A-CB7F-E8C4-2E83-0C7AFCA89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454" y="2945406"/>
            <a:ext cx="845138" cy="845138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9F9C93E-AFF4-BF3A-D1C2-ECB01B089B3B}"/>
              </a:ext>
            </a:extLst>
          </p:cNvPr>
          <p:cNvCxnSpPr>
            <a:cxnSpLocks/>
          </p:cNvCxnSpPr>
          <p:nvPr/>
        </p:nvCxnSpPr>
        <p:spPr>
          <a:xfrm>
            <a:off x="5232751" y="2722796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27460FC-F73A-1DA6-49D1-04BA2E8B84D8}"/>
              </a:ext>
            </a:extLst>
          </p:cNvPr>
          <p:cNvCxnSpPr>
            <a:cxnSpLocks/>
          </p:cNvCxnSpPr>
          <p:nvPr/>
        </p:nvCxnSpPr>
        <p:spPr>
          <a:xfrm>
            <a:off x="6311908" y="2716117"/>
            <a:ext cx="0" cy="3883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4ED2F78-E153-9DF2-88C8-11C9ACC0CBBB}"/>
              </a:ext>
            </a:extLst>
          </p:cNvPr>
          <p:cNvCxnSpPr>
            <a:cxnSpLocks/>
          </p:cNvCxnSpPr>
          <p:nvPr/>
        </p:nvCxnSpPr>
        <p:spPr>
          <a:xfrm>
            <a:off x="7311093" y="2722796"/>
            <a:ext cx="0" cy="3816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F701047-61F7-4D7D-FA64-C6183D19546A}"/>
              </a:ext>
            </a:extLst>
          </p:cNvPr>
          <p:cNvCxnSpPr>
            <a:cxnSpLocks/>
          </p:cNvCxnSpPr>
          <p:nvPr/>
        </p:nvCxnSpPr>
        <p:spPr>
          <a:xfrm>
            <a:off x="5226908" y="2729256"/>
            <a:ext cx="2078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7808693-73F3-404A-65C1-C20904102B71}"/>
              </a:ext>
            </a:extLst>
          </p:cNvPr>
          <p:cNvSpPr txBox="1"/>
          <p:nvPr/>
        </p:nvSpPr>
        <p:spPr>
          <a:xfrm>
            <a:off x="4948102" y="3260353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main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1ACB03-E984-7BC1-E015-5687A4C24CF3}"/>
              </a:ext>
            </a:extLst>
          </p:cNvPr>
          <p:cNvSpPr txBox="1"/>
          <p:nvPr/>
        </p:nvSpPr>
        <p:spPr>
          <a:xfrm>
            <a:off x="6026179" y="3260352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user1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94F706-69AA-3AEE-00F4-2CDF2DB4B833}"/>
              </a:ext>
            </a:extLst>
          </p:cNvPr>
          <p:cNvSpPr txBox="1"/>
          <p:nvPr/>
        </p:nvSpPr>
        <p:spPr>
          <a:xfrm>
            <a:off x="7119649" y="3238089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user2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9E9DE3E-B946-CF7A-95B7-02CD448468FF}"/>
              </a:ext>
            </a:extLst>
          </p:cNvPr>
          <p:cNvCxnSpPr>
            <a:cxnSpLocks/>
          </p:cNvCxnSpPr>
          <p:nvPr/>
        </p:nvCxnSpPr>
        <p:spPr>
          <a:xfrm>
            <a:off x="5016164" y="3606878"/>
            <a:ext cx="0" cy="34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201C577-5109-A49D-9ED3-DAFAB23F4600}"/>
              </a:ext>
            </a:extLst>
          </p:cNvPr>
          <p:cNvGrpSpPr/>
          <p:nvPr/>
        </p:nvGrpSpPr>
        <p:grpSpPr>
          <a:xfrm>
            <a:off x="4023557" y="3957075"/>
            <a:ext cx="1553991" cy="1251442"/>
            <a:chOff x="4416885" y="3805292"/>
            <a:chExt cx="1553991" cy="1251442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C3A5739-7D74-D011-3495-2DD92DCD3BFF}"/>
                </a:ext>
              </a:extLst>
            </p:cNvPr>
            <p:cNvSpPr txBox="1"/>
            <p:nvPr/>
          </p:nvSpPr>
          <p:spPr>
            <a:xfrm>
              <a:off x="4448723" y="4733566"/>
              <a:ext cx="813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main.go</a:t>
              </a: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F5840032-4168-B86B-14D3-8701EF9C2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6885" y="4042317"/>
              <a:ext cx="845138" cy="845138"/>
            </a:xfrm>
            <a:prstGeom prst="rect">
              <a:avLst/>
            </a:prstGeom>
          </p:spPr>
        </p:pic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1DE2B1D-9DBC-48EE-9290-EFE5A11AF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9454" y="3811804"/>
              <a:ext cx="64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874D4CC-8545-6107-2F86-E69E7751A698}"/>
                </a:ext>
              </a:extLst>
            </p:cNvPr>
            <p:cNvCxnSpPr>
              <a:cxnSpLocks/>
            </p:cNvCxnSpPr>
            <p:nvPr/>
          </p:nvCxnSpPr>
          <p:spPr>
            <a:xfrm>
              <a:off x="4839454" y="3805881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946FE02-F12C-8463-F26A-186B63A41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5738" y="4048240"/>
              <a:ext cx="845138" cy="845138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8CFE715-E9CB-1B35-02EB-F447DA05C686}"/>
                </a:ext>
              </a:extLst>
            </p:cNvPr>
            <p:cNvSpPr txBox="1"/>
            <p:nvPr/>
          </p:nvSpPr>
          <p:spPr>
            <a:xfrm>
              <a:off x="5163617" y="4748957"/>
              <a:ext cx="769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go.mod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2AD5883-D530-E496-9E77-DB9BA2A7F311}"/>
                </a:ext>
              </a:extLst>
            </p:cNvPr>
            <p:cNvCxnSpPr>
              <a:cxnSpLocks/>
            </p:cNvCxnSpPr>
            <p:nvPr/>
          </p:nvCxnSpPr>
          <p:spPr>
            <a:xfrm>
              <a:off x="5495991" y="3805292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8B573D7-C1A2-2EE8-8877-CC850589C34D}"/>
              </a:ext>
            </a:extLst>
          </p:cNvPr>
          <p:cNvGrpSpPr/>
          <p:nvPr/>
        </p:nvGrpSpPr>
        <p:grpSpPr>
          <a:xfrm>
            <a:off x="5592609" y="3947752"/>
            <a:ext cx="1571581" cy="1260765"/>
            <a:chOff x="8699253" y="4470088"/>
            <a:chExt cx="1571581" cy="126076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3A2739A-F65E-D6CB-1C6F-375D6978BA28}"/>
                </a:ext>
              </a:extLst>
            </p:cNvPr>
            <p:cNvSpPr txBox="1"/>
            <p:nvPr/>
          </p:nvSpPr>
          <p:spPr>
            <a:xfrm>
              <a:off x="8699253" y="5423076"/>
              <a:ext cx="8581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user1.go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A3A40629-229E-C998-4E0D-93CC77B36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6843" y="4707113"/>
              <a:ext cx="845138" cy="845138"/>
            </a:xfrm>
            <a:prstGeom prst="rect">
              <a:avLst/>
            </a:prstGeom>
          </p:spPr>
        </p:pic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3B99C4E-18CD-AD97-4922-EDA58CD6A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9412" y="4476600"/>
              <a:ext cx="64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DAC221-76D0-B9A6-B924-6924388C45E1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12" y="4470677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36F993F3-EF80-6D7A-346E-933244C38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5696" y="4713036"/>
              <a:ext cx="845138" cy="845138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D2D3857-DFF8-7A04-F026-6B3BA9961962}"/>
                </a:ext>
              </a:extLst>
            </p:cNvPr>
            <p:cNvSpPr txBox="1"/>
            <p:nvPr/>
          </p:nvSpPr>
          <p:spPr>
            <a:xfrm>
              <a:off x="9463575" y="5413753"/>
              <a:ext cx="769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go.mod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F769F90-F741-17F0-CDFB-589B632387E0}"/>
                </a:ext>
              </a:extLst>
            </p:cNvPr>
            <p:cNvCxnSpPr>
              <a:cxnSpLocks/>
            </p:cNvCxnSpPr>
            <p:nvPr/>
          </p:nvCxnSpPr>
          <p:spPr>
            <a:xfrm>
              <a:off x="9795949" y="4470088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5F72659-6035-1F94-CDA9-192A76BE45E7}"/>
              </a:ext>
            </a:extLst>
          </p:cNvPr>
          <p:cNvGrpSpPr/>
          <p:nvPr/>
        </p:nvGrpSpPr>
        <p:grpSpPr>
          <a:xfrm>
            <a:off x="7026080" y="3941884"/>
            <a:ext cx="1571581" cy="1260765"/>
            <a:chOff x="8699253" y="4470088"/>
            <a:chExt cx="1571581" cy="1260765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62427DA-2FE2-75CE-A1D4-FE5348CCF7CA}"/>
                </a:ext>
              </a:extLst>
            </p:cNvPr>
            <p:cNvSpPr txBox="1"/>
            <p:nvPr/>
          </p:nvSpPr>
          <p:spPr>
            <a:xfrm>
              <a:off x="8699253" y="5423076"/>
              <a:ext cx="8581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user2.go</a:t>
              </a: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D9BF0F1-C34E-D14A-0CC9-9FEA9F0D8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6843" y="4707113"/>
              <a:ext cx="845138" cy="845138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7D2BF12-559A-1A79-BC26-21C427BC1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39412" y="4476600"/>
              <a:ext cx="644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9CD2F2B-8AB0-5E2F-B4BE-3489B4590022}"/>
                </a:ext>
              </a:extLst>
            </p:cNvPr>
            <p:cNvCxnSpPr>
              <a:cxnSpLocks/>
            </p:cNvCxnSpPr>
            <p:nvPr/>
          </p:nvCxnSpPr>
          <p:spPr>
            <a:xfrm>
              <a:off x="9139412" y="4470677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779F2B97-12A0-CE21-A2CF-64C5909B8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5696" y="4713036"/>
              <a:ext cx="845138" cy="845138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C37EBA1-7758-63DD-7461-9ADB55699FA1}"/>
                </a:ext>
              </a:extLst>
            </p:cNvPr>
            <p:cNvSpPr txBox="1"/>
            <p:nvPr/>
          </p:nvSpPr>
          <p:spPr>
            <a:xfrm>
              <a:off x="9463575" y="5413753"/>
              <a:ext cx="769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go.mod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8D155BF-F455-31A1-1590-72960F6CC04F}"/>
                </a:ext>
              </a:extLst>
            </p:cNvPr>
            <p:cNvCxnSpPr>
              <a:cxnSpLocks/>
            </p:cNvCxnSpPr>
            <p:nvPr/>
          </p:nvCxnSpPr>
          <p:spPr>
            <a:xfrm>
              <a:off x="9795949" y="4470088"/>
              <a:ext cx="0" cy="344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3B82315-8A3F-4BC8-1EFD-8DA7FF25098A}"/>
              </a:ext>
            </a:extLst>
          </p:cNvPr>
          <p:cNvCxnSpPr>
            <a:cxnSpLocks/>
          </p:cNvCxnSpPr>
          <p:nvPr/>
        </p:nvCxnSpPr>
        <p:spPr>
          <a:xfrm>
            <a:off x="6362989" y="3623586"/>
            <a:ext cx="0" cy="34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BAAC41-CFFA-1DE8-DB44-7BF10D9F2CCF}"/>
              </a:ext>
            </a:extLst>
          </p:cNvPr>
          <p:cNvCxnSpPr>
            <a:cxnSpLocks/>
          </p:cNvCxnSpPr>
          <p:nvPr/>
        </p:nvCxnSpPr>
        <p:spPr>
          <a:xfrm>
            <a:off x="7643720" y="3605536"/>
            <a:ext cx="0" cy="34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493580F-7FA3-8743-381E-D9A122819552}"/>
              </a:ext>
            </a:extLst>
          </p:cNvPr>
          <p:cNvGrpSpPr/>
          <p:nvPr/>
        </p:nvGrpSpPr>
        <p:grpSpPr>
          <a:xfrm>
            <a:off x="9337256" y="2700728"/>
            <a:ext cx="845138" cy="845138"/>
            <a:chOff x="5935012" y="1568996"/>
            <a:chExt cx="845138" cy="845138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4D5C1960-C069-AA55-D54D-7345C7B96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5012" y="1568996"/>
              <a:ext cx="845138" cy="845138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88A627E-FF78-5C7C-B6BA-59A0E0A56FB4}"/>
                </a:ext>
              </a:extLst>
            </p:cNvPr>
            <p:cNvSpPr txBox="1"/>
            <p:nvPr/>
          </p:nvSpPr>
          <p:spPr>
            <a:xfrm>
              <a:off x="6053279" y="1891473"/>
              <a:ext cx="587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input</a:t>
              </a:r>
            </a:p>
          </p:txBody>
        </p:sp>
      </p:grp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0DA0666-5A98-2CB4-D21E-51866C84C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67" y="3707329"/>
            <a:ext cx="845138" cy="845138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5DBCA22-FAF1-602F-5024-87C81AE3DEAD}"/>
              </a:ext>
            </a:extLst>
          </p:cNvPr>
          <p:cNvCxnSpPr>
            <a:cxnSpLocks/>
          </p:cNvCxnSpPr>
          <p:nvPr/>
        </p:nvCxnSpPr>
        <p:spPr>
          <a:xfrm>
            <a:off x="9719479" y="2418044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4FEAF78-E35E-E7ED-08C8-AF4EA36B7DBB}"/>
              </a:ext>
            </a:extLst>
          </p:cNvPr>
          <p:cNvCxnSpPr>
            <a:cxnSpLocks/>
          </p:cNvCxnSpPr>
          <p:nvPr/>
        </p:nvCxnSpPr>
        <p:spPr>
          <a:xfrm>
            <a:off x="9749033" y="3382926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BFFDA16C-C672-2875-C404-3944206527FB}"/>
              </a:ext>
            </a:extLst>
          </p:cNvPr>
          <p:cNvSpPr txBox="1"/>
          <p:nvPr/>
        </p:nvSpPr>
        <p:spPr>
          <a:xfrm>
            <a:off x="9318336" y="4471110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model.xlsx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E02A60D-A180-9535-660B-1B780D75AA3F}"/>
              </a:ext>
            </a:extLst>
          </p:cNvPr>
          <p:cNvCxnSpPr>
            <a:cxnSpLocks/>
          </p:cNvCxnSpPr>
          <p:nvPr/>
        </p:nvCxnSpPr>
        <p:spPr>
          <a:xfrm>
            <a:off x="839920" y="1402231"/>
            <a:ext cx="88795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2A3D8A6-E84A-0F82-1CC9-0F7FB3356E44}"/>
              </a:ext>
            </a:extLst>
          </p:cNvPr>
          <p:cNvCxnSpPr>
            <a:cxnSpLocks/>
          </p:cNvCxnSpPr>
          <p:nvPr/>
        </p:nvCxnSpPr>
        <p:spPr>
          <a:xfrm>
            <a:off x="5236281" y="1155475"/>
            <a:ext cx="0" cy="246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53B5784-6DA6-10F5-49E0-E5C8479A3D59}"/>
              </a:ext>
            </a:extLst>
          </p:cNvPr>
          <p:cNvCxnSpPr>
            <a:cxnSpLocks/>
          </p:cNvCxnSpPr>
          <p:nvPr/>
        </p:nvCxnSpPr>
        <p:spPr>
          <a:xfrm>
            <a:off x="839920" y="1402231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63094B6-A704-0CE0-8D7C-BA66BDFBB6AF}"/>
              </a:ext>
            </a:extLst>
          </p:cNvPr>
          <p:cNvCxnSpPr>
            <a:cxnSpLocks/>
          </p:cNvCxnSpPr>
          <p:nvPr/>
        </p:nvCxnSpPr>
        <p:spPr>
          <a:xfrm>
            <a:off x="2077587" y="1428369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EE4166E-99C2-6911-6245-6B5B0FE1F192}"/>
              </a:ext>
            </a:extLst>
          </p:cNvPr>
          <p:cNvCxnSpPr>
            <a:cxnSpLocks/>
          </p:cNvCxnSpPr>
          <p:nvPr/>
        </p:nvCxnSpPr>
        <p:spPr>
          <a:xfrm>
            <a:off x="3084734" y="1430593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0A4D7E9-897F-C7F6-248D-74016FB000F9}"/>
              </a:ext>
            </a:extLst>
          </p:cNvPr>
          <p:cNvCxnSpPr>
            <a:cxnSpLocks/>
          </p:cNvCxnSpPr>
          <p:nvPr/>
        </p:nvCxnSpPr>
        <p:spPr>
          <a:xfrm>
            <a:off x="4139177" y="1402231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58903EC-E212-3DFD-54C7-067C57AA671D}"/>
              </a:ext>
            </a:extLst>
          </p:cNvPr>
          <p:cNvCxnSpPr>
            <a:cxnSpLocks/>
          </p:cNvCxnSpPr>
          <p:nvPr/>
        </p:nvCxnSpPr>
        <p:spPr>
          <a:xfrm>
            <a:off x="5236803" y="1315924"/>
            <a:ext cx="0" cy="455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5A1A9AC-1E83-0464-32A4-E1ACC1E140F7}"/>
              </a:ext>
            </a:extLst>
          </p:cNvPr>
          <p:cNvCxnSpPr>
            <a:cxnSpLocks/>
          </p:cNvCxnSpPr>
          <p:nvPr/>
        </p:nvCxnSpPr>
        <p:spPr>
          <a:xfrm>
            <a:off x="6315690" y="1402231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26C8FD9-C0DD-ECB5-7DD9-D5CF72AB781C}"/>
              </a:ext>
            </a:extLst>
          </p:cNvPr>
          <p:cNvCxnSpPr>
            <a:cxnSpLocks/>
          </p:cNvCxnSpPr>
          <p:nvPr/>
        </p:nvCxnSpPr>
        <p:spPr>
          <a:xfrm>
            <a:off x="8011449" y="858051"/>
            <a:ext cx="2558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85031E-3DCC-B11A-4AB6-F0B9E7911E62}"/>
              </a:ext>
            </a:extLst>
          </p:cNvPr>
          <p:cNvCxnSpPr>
            <a:cxnSpLocks/>
          </p:cNvCxnSpPr>
          <p:nvPr/>
        </p:nvCxnSpPr>
        <p:spPr>
          <a:xfrm>
            <a:off x="9700272" y="1416011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CCE29D0A-B4CD-3D8A-E4ED-20450C6618B8}"/>
              </a:ext>
            </a:extLst>
          </p:cNvPr>
          <p:cNvSpPr/>
          <p:nvPr/>
        </p:nvSpPr>
        <p:spPr>
          <a:xfrm>
            <a:off x="3931615" y="4251254"/>
            <a:ext cx="811530" cy="2198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A829E44F-02A1-B252-1C98-CF53DBD21F1C}"/>
              </a:ext>
            </a:extLst>
          </p:cNvPr>
          <p:cNvSpPr/>
          <p:nvPr/>
        </p:nvSpPr>
        <p:spPr>
          <a:xfrm>
            <a:off x="4802502" y="4222683"/>
            <a:ext cx="811530" cy="2198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63C618E-9043-B16A-09AB-8A00F9AD828F}"/>
              </a:ext>
            </a:extLst>
          </p:cNvPr>
          <p:cNvCxnSpPr>
            <a:cxnSpLocks/>
            <a:stCxn id="145" idx="3"/>
          </p:cNvCxnSpPr>
          <p:nvPr/>
        </p:nvCxnSpPr>
        <p:spPr>
          <a:xfrm flipH="1">
            <a:off x="3331998" y="4438913"/>
            <a:ext cx="718463" cy="472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00095C9-150E-2703-7D60-A484A17F04D2}"/>
              </a:ext>
            </a:extLst>
          </p:cNvPr>
          <p:cNvCxnSpPr>
            <a:cxnSpLocks/>
          </p:cNvCxnSpPr>
          <p:nvPr/>
        </p:nvCxnSpPr>
        <p:spPr>
          <a:xfrm>
            <a:off x="5443239" y="4398808"/>
            <a:ext cx="130185" cy="10494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64F8BFAB-A88F-4CDE-162E-A2D667002D56}"/>
              </a:ext>
            </a:extLst>
          </p:cNvPr>
          <p:cNvSpPr/>
          <p:nvPr/>
        </p:nvSpPr>
        <p:spPr>
          <a:xfrm>
            <a:off x="7114768" y="4228981"/>
            <a:ext cx="628489" cy="2099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5A9756A-4F30-9D7A-BD5A-F8BF5F398CA2}"/>
              </a:ext>
            </a:extLst>
          </p:cNvPr>
          <p:cNvCxnSpPr>
            <a:cxnSpLocks/>
          </p:cNvCxnSpPr>
          <p:nvPr/>
        </p:nvCxnSpPr>
        <p:spPr>
          <a:xfrm>
            <a:off x="7736078" y="4360236"/>
            <a:ext cx="1045972" cy="119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7B46DAE-0B26-9B55-3989-CFCDF6A34AC0}"/>
              </a:ext>
            </a:extLst>
          </p:cNvPr>
          <p:cNvGrpSpPr/>
          <p:nvPr/>
        </p:nvGrpSpPr>
        <p:grpSpPr>
          <a:xfrm>
            <a:off x="2003910" y="4967133"/>
            <a:ext cx="1957467" cy="1431381"/>
            <a:chOff x="1881107" y="4905022"/>
            <a:chExt cx="1957467" cy="1431381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85FC77B-77A2-B1E7-1B88-37D0417AEAF5}"/>
                </a:ext>
              </a:extLst>
            </p:cNvPr>
            <p:cNvGrpSpPr/>
            <p:nvPr/>
          </p:nvGrpSpPr>
          <p:grpSpPr>
            <a:xfrm>
              <a:off x="1943100" y="4905022"/>
              <a:ext cx="1825826" cy="1422745"/>
              <a:chOff x="1943100" y="4905022"/>
              <a:chExt cx="1825826" cy="1422745"/>
            </a:xfrm>
          </p:grpSpPr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828FED7-CECE-0D53-D4E6-3C11E85D7792}"/>
                  </a:ext>
                </a:extLst>
              </p:cNvPr>
              <p:cNvSpPr txBox="1"/>
              <p:nvPr/>
            </p:nvSpPr>
            <p:spPr>
              <a:xfrm>
                <a:off x="2044901" y="4905022"/>
                <a:ext cx="152323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/>
                  <a:t>package main</a:t>
                </a:r>
              </a:p>
              <a:p>
                <a:r>
                  <a:rPr lang="en-US" sz="1600"/>
                  <a:t>import (</a:t>
                </a:r>
              </a:p>
              <a:p>
                <a:r>
                  <a:rPr lang="en-US" sz="1600"/>
                  <a:t>    “local/user1”</a:t>
                </a:r>
              </a:p>
              <a:p>
                <a:r>
                  <a:rPr lang="en-US" sz="1600"/>
                  <a:t>    “local/user2”</a:t>
                </a:r>
              </a:p>
              <a:p>
                <a:r>
                  <a:rPr lang="en-US" sz="1600"/>
                  <a:t>                 ….</a:t>
                </a:r>
              </a:p>
            </p:txBody>
          </p:sp>
          <p:sp>
            <p:nvSpPr>
              <p:cNvPr id="184" name="Rounded Rectangle 183">
                <a:extLst>
                  <a:ext uri="{FF2B5EF4-FFF2-40B4-BE49-F238E27FC236}">
                    <a16:creationId xmlns:a16="http://schemas.microsoft.com/office/drawing/2014/main" id="{80A79F90-4288-1C04-BA89-7E0B7EB8FE33}"/>
                  </a:ext>
                </a:extLst>
              </p:cNvPr>
              <p:cNvSpPr/>
              <p:nvPr/>
            </p:nvSpPr>
            <p:spPr>
              <a:xfrm>
                <a:off x="1943100" y="4905022"/>
                <a:ext cx="1724025" cy="1323439"/>
              </a:xfrm>
              <a:prstGeom prst="roundRect">
                <a:avLst/>
              </a:prstGeom>
              <a:noFill/>
              <a:ln w="603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17105836-FE50-4E99-FAAC-1EA4C423268E}"/>
                  </a:ext>
                </a:extLst>
              </p:cNvPr>
              <p:cNvSpPr/>
              <p:nvPr/>
            </p:nvSpPr>
            <p:spPr>
              <a:xfrm>
                <a:off x="3441340" y="5957181"/>
                <a:ext cx="327586" cy="3705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D4778085-0483-8C3D-9C43-124C6F110EEF}"/>
                </a:ext>
              </a:extLst>
            </p:cNvPr>
            <p:cNvSpPr/>
            <p:nvPr/>
          </p:nvSpPr>
          <p:spPr>
            <a:xfrm>
              <a:off x="1881107" y="5965817"/>
              <a:ext cx="1957467" cy="3705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CCE6D5F-E9BB-9DC5-1448-74BF2BEDBC03}"/>
              </a:ext>
            </a:extLst>
          </p:cNvPr>
          <p:cNvGrpSpPr/>
          <p:nvPr/>
        </p:nvGrpSpPr>
        <p:grpSpPr>
          <a:xfrm>
            <a:off x="3971576" y="5480144"/>
            <a:ext cx="3385745" cy="1488031"/>
            <a:chOff x="4358080" y="5188994"/>
            <a:chExt cx="3385745" cy="1488031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FEFDFD1-B316-926E-842D-0FA311D81EEA}"/>
                </a:ext>
              </a:extLst>
            </p:cNvPr>
            <p:cNvGrpSpPr/>
            <p:nvPr/>
          </p:nvGrpSpPr>
          <p:grpSpPr>
            <a:xfrm>
              <a:off x="4691511" y="5188994"/>
              <a:ext cx="2867452" cy="1323439"/>
              <a:chOff x="4691511" y="5188994"/>
              <a:chExt cx="2867452" cy="1323439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0D48B13B-F003-5B27-704A-77CF458AA996}"/>
                  </a:ext>
                </a:extLst>
              </p:cNvPr>
              <p:cNvSpPr txBox="1"/>
              <p:nvPr/>
            </p:nvSpPr>
            <p:spPr>
              <a:xfrm>
                <a:off x="4691511" y="5188994"/>
                <a:ext cx="2867452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                         ….</a:t>
                </a:r>
              </a:p>
              <a:p>
                <a:r>
                  <a:rPr lang="en-US" sz="1600"/>
                  <a:t>replace local/user1 =&gt; ../user1</a:t>
                </a:r>
              </a:p>
              <a:p>
                <a:r>
                  <a:rPr lang="en-US" sz="1600"/>
                  <a:t>replace local/user2 =&gt; ../user2</a:t>
                </a:r>
              </a:p>
              <a:p>
                <a:r>
                  <a:rPr lang="en-US"/>
                  <a:t>                          ….</a:t>
                </a:r>
              </a:p>
            </p:txBody>
          </p:sp>
          <p:sp>
            <p:nvSpPr>
              <p:cNvPr id="196" name="Rounded Rectangle 195">
                <a:extLst>
                  <a:ext uri="{FF2B5EF4-FFF2-40B4-BE49-F238E27FC236}">
                    <a16:creationId xmlns:a16="http://schemas.microsoft.com/office/drawing/2014/main" id="{1177F24A-FA3D-BAAD-F20A-83C6FE7B3B3E}"/>
                  </a:ext>
                </a:extLst>
              </p:cNvPr>
              <p:cNvSpPr/>
              <p:nvPr/>
            </p:nvSpPr>
            <p:spPr>
              <a:xfrm>
                <a:off x="4691511" y="5188994"/>
                <a:ext cx="2867452" cy="1323439"/>
              </a:xfrm>
              <a:prstGeom prst="roundRect">
                <a:avLst/>
              </a:prstGeom>
              <a:noFill/>
              <a:ln w="603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257377A-8BEB-5B0F-F814-CF896CCE2C46}"/>
                </a:ext>
              </a:extLst>
            </p:cNvPr>
            <p:cNvSpPr/>
            <p:nvPr/>
          </p:nvSpPr>
          <p:spPr>
            <a:xfrm>
              <a:off x="4358080" y="6141847"/>
              <a:ext cx="3385745" cy="535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CCC5134-B495-887C-DF39-08A70092AF23}"/>
              </a:ext>
            </a:extLst>
          </p:cNvPr>
          <p:cNvGrpSpPr/>
          <p:nvPr/>
        </p:nvGrpSpPr>
        <p:grpSpPr>
          <a:xfrm>
            <a:off x="8011449" y="5569098"/>
            <a:ext cx="1741262" cy="877810"/>
            <a:chOff x="7876202" y="5372315"/>
            <a:chExt cx="1741262" cy="877810"/>
          </a:xfrm>
        </p:grpSpPr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7F51A8A-8B44-A339-F5A2-F615DD67EB1F}"/>
                </a:ext>
              </a:extLst>
            </p:cNvPr>
            <p:cNvSpPr txBox="1"/>
            <p:nvPr/>
          </p:nvSpPr>
          <p:spPr>
            <a:xfrm>
              <a:off x="8090308" y="5407170"/>
              <a:ext cx="1313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package user2</a:t>
              </a:r>
            </a:p>
          </p:txBody>
        </p:sp>
        <p:sp>
          <p:nvSpPr>
            <p:cNvPr id="199" name="Rounded Rectangle 198">
              <a:extLst>
                <a:ext uri="{FF2B5EF4-FFF2-40B4-BE49-F238E27FC236}">
                  <a16:creationId xmlns:a16="http://schemas.microsoft.com/office/drawing/2014/main" id="{47194337-735A-F3EB-0C44-1F4CD415FD3E}"/>
                </a:ext>
              </a:extLst>
            </p:cNvPr>
            <p:cNvSpPr/>
            <p:nvPr/>
          </p:nvSpPr>
          <p:spPr>
            <a:xfrm>
              <a:off x="7961049" y="5372315"/>
              <a:ext cx="1571569" cy="685264"/>
            </a:xfrm>
            <a:prstGeom prst="roundRect">
              <a:avLst/>
            </a:pr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3BD03A92-DCE0-4068-714D-9354FFF54D63}"/>
                </a:ext>
              </a:extLst>
            </p:cNvPr>
            <p:cNvSpPr/>
            <p:nvPr/>
          </p:nvSpPr>
          <p:spPr>
            <a:xfrm>
              <a:off x="7876202" y="5714947"/>
              <a:ext cx="1741262" cy="535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CD3459-E765-A3AD-A171-45CF2A05545E}"/>
              </a:ext>
            </a:extLst>
          </p:cNvPr>
          <p:cNvSpPr txBox="1"/>
          <p:nvPr/>
        </p:nvSpPr>
        <p:spPr>
          <a:xfrm>
            <a:off x="7329759" y="734379"/>
            <a:ext cx="63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coord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54F22-53AC-2064-326D-91871C0E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641" y="445788"/>
            <a:ext cx="845138" cy="8451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BF1916-E0B8-3766-68C0-B66D6028AEC4}"/>
              </a:ext>
            </a:extLst>
          </p:cNvPr>
          <p:cNvCxnSpPr>
            <a:cxnSpLocks/>
          </p:cNvCxnSpPr>
          <p:nvPr/>
        </p:nvCxnSpPr>
        <p:spPr>
          <a:xfrm>
            <a:off x="7049367" y="891389"/>
            <a:ext cx="2558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051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15A51193-A8BF-9C5D-7542-3F04C09BE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034" y="1702515"/>
            <a:ext cx="1367550" cy="136755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D383AC4-D711-DA79-BD28-7FA4E5C62D76}"/>
              </a:ext>
            </a:extLst>
          </p:cNvPr>
          <p:cNvSpPr txBox="1"/>
          <p:nvPr/>
        </p:nvSpPr>
        <p:spPr>
          <a:xfrm>
            <a:off x="2363106" y="2284002"/>
            <a:ext cx="1109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templateDir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F632C8B-AB81-6B04-A9B0-72554ABCE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407" y="1702515"/>
            <a:ext cx="1367550" cy="136755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5672D03-2892-6255-E514-7208D08B8372}"/>
              </a:ext>
            </a:extLst>
          </p:cNvPr>
          <p:cNvSpPr txBox="1"/>
          <p:nvPr/>
        </p:nvSpPr>
        <p:spPr>
          <a:xfrm>
            <a:off x="3903485" y="2312407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descDir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8120F8-E220-60E1-9808-A447BA0A3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330" y="203810"/>
            <a:ext cx="1367550" cy="136755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CD27288-279F-D009-2864-0644120CB3C4}"/>
              </a:ext>
            </a:extLst>
          </p:cNvPr>
          <p:cNvSpPr txBox="1"/>
          <p:nvPr/>
        </p:nvSpPr>
        <p:spPr>
          <a:xfrm>
            <a:off x="5430097" y="812080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xlsx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0EA8F67-D14F-1525-C1B0-85E9831AD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330" y="1715041"/>
            <a:ext cx="1367550" cy="136755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6FC97D3-A6F3-0878-6A25-B4EE12CC3AB8}"/>
              </a:ext>
            </a:extLst>
          </p:cNvPr>
          <p:cNvSpPr txBox="1"/>
          <p:nvPr/>
        </p:nvSpPr>
        <p:spPr>
          <a:xfrm>
            <a:off x="5333404" y="2324933"/>
            <a:ext cx="671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csvDir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312FBE2-B654-C705-E9EF-F9D497A4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41" y="1715041"/>
            <a:ext cx="1367550" cy="136755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F7516E6-E1FF-18EA-F962-3CB60D8B7F10}"/>
              </a:ext>
            </a:extLst>
          </p:cNvPr>
          <p:cNvSpPr txBox="1"/>
          <p:nvPr/>
        </p:nvSpPr>
        <p:spPr>
          <a:xfrm>
            <a:off x="6737781" y="2324933"/>
            <a:ext cx="788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working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47714EF-FF97-1674-39D5-76BF41420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814" y="1702515"/>
            <a:ext cx="1367550" cy="136755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BEE4FD6-39A3-E575-8F6B-32C6689DB5CB}"/>
              </a:ext>
            </a:extLst>
          </p:cNvPr>
          <p:cNvSpPr txBox="1"/>
          <p:nvPr/>
        </p:nvSpPr>
        <p:spPr>
          <a:xfrm>
            <a:off x="8218079" y="2312407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input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D41B4D1-0E41-58F9-4E02-54D1940CA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306" y="3179235"/>
            <a:ext cx="845138" cy="845138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4DF7B9-9CA0-17DE-FF94-2D7EE5DDBABF}"/>
              </a:ext>
            </a:extLst>
          </p:cNvPr>
          <p:cNvCxnSpPr>
            <a:cxnSpLocks/>
          </p:cNvCxnSpPr>
          <p:nvPr/>
        </p:nvCxnSpPr>
        <p:spPr>
          <a:xfrm>
            <a:off x="8571672" y="2854832"/>
            <a:ext cx="0" cy="445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CA55BB4-E82F-BC30-0920-5E1FEADC2249}"/>
              </a:ext>
            </a:extLst>
          </p:cNvPr>
          <p:cNvSpPr txBox="1"/>
          <p:nvPr/>
        </p:nvSpPr>
        <p:spPr>
          <a:xfrm>
            <a:off x="8140975" y="3943016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model.xlsx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9DA78C1-6D66-58C6-2DA2-A81605FC0013}"/>
              </a:ext>
            </a:extLst>
          </p:cNvPr>
          <p:cNvCxnSpPr>
            <a:cxnSpLocks/>
          </p:cNvCxnSpPr>
          <p:nvPr/>
        </p:nvCxnSpPr>
        <p:spPr>
          <a:xfrm>
            <a:off x="2856672" y="1708778"/>
            <a:ext cx="0" cy="222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D49C20F-4A4D-16FF-2AAD-9A3D42005ADF}"/>
              </a:ext>
            </a:extLst>
          </p:cNvPr>
          <p:cNvCxnSpPr>
            <a:cxnSpLocks/>
          </p:cNvCxnSpPr>
          <p:nvPr/>
        </p:nvCxnSpPr>
        <p:spPr>
          <a:xfrm>
            <a:off x="4180647" y="1708778"/>
            <a:ext cx="0" cy="222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E18300-5E89-CD46-EC51-354012042360}"/>
              </a:ext>
            </a:extLst>
          </p:cNvPr>
          <p:cNvCxnSpPr>
            <a:cxnSpLocks/>
          </p:cNvCxnSpPr>
          <p:nvPr/>
        </p:nvCxnSpPr>
        <p:spPr>
          <a:xfrm>
            <a:off x="5640942" y="1323975"/>
            <a:ext cx="0" cy="6471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CEF4C30-E638-395D-49EA-0F2F8917308C}"/>
              </a:ext>
            </a:extLst>
          </p:cNvPr>
          <p:cNvCxnSpPr>
            <a:cxnSpLocks/>
          </p:cNvCxnSpPr>
          <p:nvPr/>
        </p:nvCxnSpPr>
        <p:spPr>
          <a:xfrm>
            <a:off x="6961600" y="1708778"/>
            <a:ext cx="0" cy="222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3704606-D1EE-4EF2-1E5D-B07958A43767}"/>
              </a:ext>
            </a:extLst>
          </p:cNvPr>
          <p:cNvCxnSpPr>
            <a:cxnSpLocks/>
          </p:cNvCxnSpPr>
          <p:nvPr/>
        </p:nvCxnSpPr>
        <p:spPr>
          <a:xfrm>
            <a:off x="8380825" y="1708778"/>
            <a:ext cx="0" cy="222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B11EB84-ADFD-5982-B6AE-1F5BE8FA3F1C}"/>
              </a:ext>
            </a:extLst>
          </p:cNvPr>
          <p:cNvCxnSpPr>
            <a:cxnSpLocks/>
          </p:cNvCxnSpPr>
          <p:nvPr/>
        </p:nvCxnSpPr>
        <p:spPr>
          <a:xfrm>
            <a:off x="2856672" y="1702515"/>
            <a:ext cx="55336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40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7A3726-B05D-D079-ADFE-A4AF96FED091}"/>
              </a:ext>
            </a:extLst>
          </p:cNvPr>
          <p:cNvSpPr/>
          <p:nvPr/>
        </p:nvSpPr>
        <p:spPr>
          <a:xfrm>
            <a:off x="2327063" y="944217"/>
            <a:ext cx="1489563" cy="14130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C4CAAA0-F65A-CF1C-CEB1-25CA84F28035}"/>
              </a:ext>
            </a:extLst>
          </p:cNvPr>
          <p:cNvGrpSpPr/>
          <p:nvPr/>
        </p:nvGrpSpPr>
        <p:grpSpPr>
          <a:xfrm>
            <a:off x="2448804" y="1734376"/>
            <a:ext cx="1198391" cy="506897"/>
            <a:chOff x="3663939" y="4166151"/>
            <a:chExt cx="1198391" cy="506897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9977D99-5C65-2B44-A933-740AA554E752}"/>
                </a:ext>
              </a:extLst>
            </p:cNvPr>
            <p:cNvSpPr/>
            <p:nvPr/>
          </p:nvSpPr>
          <p:spPr>
            <a:xfrm>
              <a:off x="3663939" y="4166151"/>
              <a:ext cx="1198391" cy="50689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7F7D23-C737-3007-6757-F7B1D76D04FA}"/>
                </a:ext>
              </a:extLst>
            </p:cNvPr>
            <p:cNvSpPr txBox="1"/>
            <p:nvPr/>
          </p:nvSpPr>
          <p:spPr>
            <a:xfrm>
              <a:off x="3751081" y="4234934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HMIAuth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F407F8D-F9E4-3F2D-C1D6-0F84D2BC83E1}"/>
              </a:ext>
            </a:extLst>
          </p:cNvPr>
          <p:cNvGrpSpPr/>
          <p:nvPr/>
        </p:nvGrpSpPr>
        <p:grpSpPr>
          <a:xfrm>
            <a:off x="2465100" y="1077566"/>
            <a:ext cx="1198391" cy="506897"/>
            <a:chOff x="3473504" y="4701207"/>
            <a:chExt cx="1198391" cy="506897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BA4C512-E32A-5BB0-C793-0CBE47F7D962}"/>
                </a:ext>
              </a:extLst>
            </p:cNvPr>
            <p:cNvSpPr/>
            <p:nvPr/>
          </p:nvSpPr>
          <p:spPr>
            <a:xfrm>
              <a:off x="3473504" y="4701207"/>
              <a:ext cx="1198391" cy="50689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94FCD6-3906-FC7F-803B-37CA0D07ECEC}"/>
                </a:ext>
              </a:extLst>
            </p:cNvPr>
            <p:cNvSpPr txBox="1"/>
            <p:nvPr/>
          </p:nvSpPr>
          <p:spPr>
            <a:xfrm>
              <a:off x="3777586" y="4769989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HMI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21BA53D-BB9C-44EC-9E5C-257F78016C5A}"/>
              </a:ext>
            </a:extLst>
          </p:cNvPr>
          <p:cNvSpPr txBox="1"/>
          <p:nvPr/>
        </p:nvSpPr>
        <p:spPr>
          <a:xfrm>
            <a:off x="2598124" y="540494"/>
            <a:ext cx="947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hmiDev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CC78D2-1FFC-65CB-4A3F-6BF2936773C6}"/>
              </a:ext>
            </a:extLst>
          </p:cNvPr>
          <p:cNvSpPr/>
          <p:nvPr/>
        </p:nvSpPr>
        <p:spPr>
          <a:xfrm>
            <a:off x="4401028" y="1331376"/>
            <a:ext cx="672273" cy="637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1B46E0-2AE9-04B7-36F4-4ED0BFE76C4F}"/>
              </a:ext>
            </a:extLst>
          </p:cNvPr>
          <p:cNvSpPr txBox="1"/>
          <p:nvPr/>
        </p:nvSpPr>
        <p:spPr>
          <a:xfrm>
            <a:off x="4448030" y="984298"/>
            <a:ext cx="5934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/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2AB629-132C-BF1C-0A81-2233E2392ECB}"/>
              </a:ext>
            </a:extLst>
          </p:cNvPr>
          <p:cNvSpPr/>
          <p:nvPr/>
        </p:nvSpPr>
        <p:spPr>
          <a:xfrm>
            <a:off x="5691399" y="1013000"/>
            <a:ext cx="2180391" cy="14130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ED3082C-F705-4DEC-7293-99F1B6CDA729}"/>
              </a:ext>
            </a:extLst>
          </p:cNvPr>
          <p:cNvGrpSpPr/>
          <p:nvPr/>
        </p:nvGrpSpPr>
        <p:grpSpPr>
          <a:xfrm>
            <a:off x="5813140" y="1803159"/>
            <a:ext cx="1780354" cy="506897"/>
            <a:chOff x="3663939" y="4166151"/>
            <a:chExt cx="1198391" cy="506897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B81DD5A7-0CDD-2733-CC19-AB53FEAEAB9E}"/>
                </a:ext>
              </a:extLst>
            </p:cNvPr>
            <p:cNvSpPr/>
            <p:nvPr/>
          </p:nvSpPr>
          <p:spPr>
            <a:xfrm>
              <a:off x="3663939" y="4166151"/>
              <a:ext cx="1198391" cy="50689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6531DF-94A6-6E96-B713-14A3A58ABA14}"/>
                </a:ext>
              </a:extLst>
            </p:cNvPr>
            <p:cNvSpPr txBox="1"/>
            <p:nvPr/>
          </p:nvSpPr>
          <p:spPr>
            <a:xfrm>
              <a:off x="3691384" y="4236589"/>
              <a:ext cx="1170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EmbeddedAuth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00F068-F3B2-898F-2F89-14B64831319B}"/>
              </a:ext>
            </a:extLst>
          </p:cNvPr>
          <p:cNvGrpSpPr/>
          <p:nvPr/>
        </p:nvGrpSpPr>
        <p:grpSpPr>
          <a:xfrm>
            <a:off x="5829436" y="1146349"/>
            <a:ext cx="1764058" cy="506897"/>
            <a:chOff x="3473504" y="4701207"/>
            <a:chExt cx="1198391" cy="506897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719A7A0-6F30-B18A-C321-188429C94BA3}"/>
                </a:ext>
              </a:extLst>
            </p:cNvPr>
            <p:cNvSpPr/>
            <p:nvPr/>
          </p:nvSpPr>
          <p:spPr>
            <a:xfrm>
              <a:off x="3473504" y="4701207"/>
              <a:ext cx="1198391" cy="50689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82814B-6A17-D3A7-8DCD-1DEC163355FA}"/>
                </a:ext>
              </a:extLst>
            </p:cNvPr>
            <p:cNvSpPr txBox="1"/>
            <p:nvPr/>
          </p:nvSpPr>
          <p:spPr>
            <a:xfrm>
              <a:off x="3634730" y="4784968"/>
              <a:ext cx="8648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Embedded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7E8F1D8-6CCB-2745-993A-6D543DA5E025}"/>
              </a:ext>
            </a:extLst>
          </p:cNvPr>
          <p:cNvSpPr txBox="1"/>
          <p:nvPr/>
        </p:nvSpPr>
        <p:spPr>
          <a:xfrm>
            <a:off x="5885886" y="568712"/>
            <a:ext cx="165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embeddedDev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3646D1-B4F7-D185-4A45-63393E5B0C01}"/>
              </a:ext>
            </a:extLst>
          </p:cNvPr>
          <p:cNvGrpSpPr/>
          <p:nvPr/>
        </p:nvGrpSpPr>
        <p:grpSpPr>
          <a:xfrm>
            <a:off x="4002383" y="2572669"/>
            <a:ext cx="1489563" cy="732183"/>
            <a:chOff x="3992382" y="2938669"/>
            <a:chExt cx="1489563" cy="73218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6B66D46-482A-DB9E-E568-1E4AB611F1D5}"/>
                </a:ext>
              </a:extLst>
            </p:cNvPr>
            <p:cNvSpPr/>
            <p:nvPr/>
          </p:nvSpPr>
          <p:spPr>
            <a:xfrm>
              <a:off x="3992382" y="2938669"/>
              <a:ext cx="1489563" cy="73218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B1B60CE-3127-8440-2EB5-803BDEBBE8CF}"/>
                </a:ext>
              </a:extLst>
            </p:cNvPr>
            <p:cNvGrpSpPr/>
            <p:nvPr/>
          </p:nvGrpSpPr>
          <p:grpSpPr>
            <a:xfrm>
              <a:off x="4137967" y="3042849"/>
              <a:ext cx="1198391" cy="506897"/>
              <a:chOff x="3473504" y="4701207"/>
              <a:chExt cx="1198391" cy="506897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85622E9C-D28B-05A7-803A-D34D7F2BC7E3}"/>
                  </a:ext>
                </a:extLst>
              </p:cNvPr>
              <p:cNvSpPr/>
              <p:nvPr/>
            </p:nvSpPr>
            <p:spPr>
              <a:xfrm>
                <a:off x="3473504" y="4701207"/>
                <a:ext cx="1198391" cy="506897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8FE334-F6B6-2A28-1534-CF24FF7B4B69}"/>
                  </a:ext>
                </a:extLst>
              </p:cNvPr>
              <p:cNvSpPr txBox="1"/>
              <p:nvPr/>
            </p:nvSpPr>
            <p:spPr>
              <a:xfrm>
                <a:off x="3642581" y="4769989"/>
                <a:ext cx="860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Crypto</a:t>
                </a:r>
              </a:p>
            </p:txBody>
          </p:sp>
        </p:grp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8AB53E-D609-6FF9-EFF5-825A9D95074A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3816626" y="1650238"/>
            <a:ext cx="584402" cy="4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DFB443-C47D-F52D-F099-506712ED3992}"/>
              </a:ext>
            </a:extLst>
          </p:cNvPr>
          <p:cNvCxnSpPr/>
          <p:nvPr/>
        </p:nvCxnSpPr>
        <p:spPr>
          <a:xfrm flipV="1">
            <a:off x="5110480" y="1650238"/>
            <a:ext cx="584402" cy="4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9098D9-B0D3-AC3E-C3DA-FE127AABA7E0}"/>
              </a:ext>
            </a:extLst>
          </p:cNvPr>
          <p:cNvCxnSpPr>
            <a:cxnSpLocks/>
          </p:cNvCxnSpPr>
          <p:nvPr/>
        </p:nvCxnSpPr>
        <p:spPr>
          <a:xfrm rot="5400000" flipV="1">
            <a:off x="4444721" y="2274863"/>
            <a:ext cx="584402" cy="4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4BABC66-0D9C-B37C-4E77-C299BCB9E648}"/>
              </a:ext>
            </a:extLst>
          </p:cNvPr>
          <p:cNvSpPr txBox="1"/>
          <p:nvPr/>
        </p:nvSpPr>
        <p:spPr>
          <a:xfrm>
            <a:off x="4310248" y="3373634"/>
            <a:ext cx="852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sslDev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36F57C-A571-7A6A-0637-ACA136FF23EC}"/>
              </a:ext>
            </a:extLst>
          </p:cNvPr>
          <p:cNvSpPr txBox="1"/>
          <p:nvPr/>
        </p:nvSpPr>
        <p:spPr>
          <a:xfrm>
            <a:off x="4462468" y="90995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hub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CE867F-9154-C9B5-92F3-ABD969DDE886}"/>
              </a:ext>
            </a:extLst>
          </p:cNvPr>
          <p:cNvGrpSpPr/>
          <p:nvPr/>
        </p:nvGrpSpPr>
        <p:grpSpPr>
          <a:xfrm>
            <a:off x="278294" y="504882"/>
            <a:ext cx="1351722" cy="2171967"/>
            <a:chOff x="278294" y="504882"/>
            <a:chExt cx="1351722" cy="217196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B005A2-38B9-D3F6-B4E4-6BB8AB503B22}"/>
                </a:ext>
              </a:extLst>
            </p:cNvPr>
            <p:cNvSpPr/>
            <p:nvPr/>
          </p:nvSpPr>
          <p:spPr>
            <a:xfrm>
              <a:off x="430078" y="958259"/>
              <a:ext cx="1006686" cy="3578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2C656F1-4A41-49E8-9B0A-6008AB84DE7A}"/>
                </a:ext>
              </a:extLst>
            </p:cNvPr>
            <p:cNvSpPr txBox="1"/>
            <p:nvPr/>
          </p:nvSpPr>
          <p:spPr>
            <a:xfrm>
              <a:off x="430078" y="946736"/>
              <a:ext cx="1006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CmpPtn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613CDE1-911C-336D-0E88-25F726FAB71C}"/>
                </a:ext>
              </a:extLst>
            </p:cNvPr>
            <p:cNvSpPr/>
            <p:nvPr/>
          </p:nvSpPr>
          <p:spPr>
            <a:xfrm>
              <a:off x="430078" y="1561233"/>
              <a:ext cx="1006686" cy="3578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8F792C-493E-ED20-F226-94578CA02335}"/>
                </a:ext>
              </a:extLst>
            </p:cNvPr>
            <p:cNvSpPr txBox="1"/>
            <p:nvPr/>
          </p:nvSpPr>
          <p:spPr>
            <a:xfrm>
              <a:off x="566847" y="1549710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Endpt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E13B667-2037-1D78-E24F-9F8D0978CC30}"/>
                </a:ext>
              </a:extLst>
            </p:cNvPr>
            <p:cNvSpPr txBox="1"/>
            <p:nvPr/>
          </p:nvSpPr>
          <p:spPr>
            <a:xfrm>
              <a:off x="430078" y="504882"/>
              <a:ext cx="9113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Legend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73F1C6D-C459-8482-08A9-08F74EFEF36B}"/>
                </a:ext>
              </a:extLst>
            </p:cNvPr>
            <p:cNvSpPr/>
            <p:nvPr/>
          </p:nvSpPr>
          <p:spPr>
            <a:xfrm>
              <a:off x="430078" y="2131151"/>
              <a:ext cx="1006686" cy="35780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EDCC07C-7DB8-1BC9-F376-9117CD3BE751}"/>
                </a:ext>
              </a:extLst>
            </p:cNvPr>
            <p:cNvSpPr txBox="1"/>
            <p:nvPr/>
          </p:nvSpPr>
          <p:spPr>
            <a:xfrm>
              <a:off x="471256" y="2119628"/>
              <a:ext cx="858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Switch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B7D56D8F-8A4F-E28E-F47D-F51C75D5A80B}"/>
                </a:ext>
              </a:extLst>
            </p:cNvPr>
            <p:cNvSpPr/>
            <p:nvPr/>
          </p:nvSpPr>
          <p:spPr>
            <a:xfrm>
              <a:off x="278294" y="504882"/>
              <a:ext cx="1351722" cy="2171967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7757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559F-C354-B425-289B-7618124C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D1D4F0D-CA4F-049D-D570-B1BC267DC04E}"/>
              </a:ext>
            </a:extLst>
          </p:cNvPr>
          <p:cNvSpPr/>
          <p:nvPr/>
        </p:nvSpPr>
        <p:spPr>
          <a:xfrm>
            <a:off x="298078" y="2741252"/>
            <a:ext cx="6537015" cy="167756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E692A4-DEFC-BA55-5E20-886750E694A5}"/>
              </a:ext>
            </a:extLst>
          </p:cNvPr>
          <p:cNvGrpSpPr/>
          <p:nvPr/>
        </p:nvGrpSpPr>
        <p:grpSpPr>
          <a:xfrm>
            <a:off x="401964" y="2853926"/>
            <a:ext cx="1053329" cy="573950"/>
            <a:chOff x="626557" y="742045"/>
            <a:chExt cx="1162874" cy="57395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942E68DE-C42D-903F-70E3-D381E0CFD898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BAED5EC-2591-999B-6F18-6E1A94478A85}"/>
                </a:ext>
              </a:extLst>
            </p:cNvPr>
            <p:cNvSpPr txBox="1"/>
            <p:nvPr/>
          </p:nvSpPr>
          <p:spPr>
            <a:xfrm>
              <a:off x="626557" y="859743"/>
              <a:ext cx="10749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startThread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9987FDE-70BE-C118-4ED0-AF8BB69BC0D2}"/>
              </a:ext>
            </a:extLst>
          </p:cNvPr>
          <p:cNvGrpSpPr/>
          <p:nvPr/>
        </p:nvGrpSpPr>
        <p:grpSpPr>
          <a:xfrm>
            <a:off x="1651253" y="2853926"/>
            <a:ext cx="1180793" cy="573950"/>
            <a:chOff x="624795" y="742045"/>
            <a:chExt cx="1164636" cy="57395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7AB6B5B-A5B6-2CCA-AE70-B8E849CB8CFF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3422A2-FA23-175F-0483-3401A66B00AD}"/>
                </a:ext>
              </a:extLst>
            </p:cNvPr>
            <p:cNvSpPr txBox="1"/>
            <p:nvPr/>
          </p:nvSpPr>
          <p:spPr>
            <a:xfrm>
              <a:off x="624795" y="870401"/>
              <a:ext cx="10389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startMeasure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ED2EB7-E9E6-E71D-F99D-46D364F862C0}"/>
              </a:ext>
            </a:extLst>
          </p:cNvPr>
          <p:cNvGrpSpPr/>
          <p:nvPr/>
        </p:nvGrpSpPr>
        <p:grpSpPr>
          <a:xfrm>
            <a:off x="3014175" y="2878525"/>
            <a:ext cx="1181466" cy="573950"/>
            <a:chOff x="624131" y="742045"/>
            <a:chExt cx="1165300" cy="5739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3568E79-8F46-1C84-6684-05EEAD7241E5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DA7B5F-D793-E7A0-D7E5-4C07EEF82683}"/>
                </a:ext>
              </a:extLst>
            </p:cNvPr>
            <p:cNvSpPr txBox="1"/>
            <p:nvPr/>
          </p:nvSpPr>
          <p:spPr>
            <a:xfrm>
              <a:off x="624131" y="854645"/>
              <a:ext cx="10308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generatePckt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9775EE-06EF-42DE-534E-FA4179A97026}"/>
              </a:ext>
            </a:extLst>
          </p:cNvPr>
          <p:cNvGrpSpPr/>
          <p:nvPr/>
        </p:nvGrpSpPr>
        <p:grpSpPr>
          <a:xfrm>
            <a:off x="3094585" y="3692924"/>
            <a:ext cx="1101032" cy="573950"/>
            <a:chOff x="629562" y="742045"/>
            <a:chExt cx="1159869" cy="57395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4E28EC6-102E-8156-96B9-CDD9B93E0470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2DE9C7F-0B0F-92D2-8CCE-61A5EF215A25}"/>
                </a:ext>
              </a:extLst>
            </p:cNvPr>
            <p:cNvSpPr txBox="1"/>
            <p:nvPr/>
          </p:nvSpPr>
          <p:spPr>
            <a:xfrm>
              <a:off x="629562" y="870401"/>
              <a:ext cx="9867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endMeasure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96B940-586D-B234-B7A9-F5E762ABF5CA}"/>
              </a:ext>
            </a:extLst>
          </p:cNvPr>
          <p:cNvGrpSpPr/>
          <p:nvPr/>
        </p:nvGrpSpPr>
        <p:grpSpPr>
          <a:xfrm>
            <a:off x="1949704" y="3680793"/>
            <a:ext cx="959709" cy="573950"/>
            <a:chOff x="626557" y="742045"/>
            <a:chExt cx="1162874" cy="573950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40687311-286A-88E7-ADFB-84EF974B79F9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241E08-C080-8E6E-7AB2-55DD7E6CE488}"/>
                </a:ext>
              </a:extLst>
            </p:cNvPr>
            <p:cNvSpPr txBox="1"/>
            <p:nvPr/>
          </p:nvSpPr>
          <p:spPr>
            <a:xfrm>
              <a:off x="626557" y="859743"/>
              <a:ext cx="1058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endThread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CED75F-99F2-263A-9152-8BE7C512D468}"/>
              </a:ext>
            </a:extLst>
          </p:cNvPr>
          <p:cNvGrpSpPr/>
          <p:nvPr/>
        </p:nvGrpSpPr>
        <p:grpSpPr>
          <a:xfrm>
            <a:off x="4431948" y="2888877"/>
            <a:ext cx="1054370" cy="573950"/>
            <a:chOff x="664590" y="742045"/>
            <a:chExt cx="1124841" cy="573950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6CFB9898-B68C-5A3B-CB9A-19D605EC8430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ACC88C-86F0-5426-06EC-9BA01D4E01D1}"/>
                </a:ext>
              </a:extLst>
            </p:cNvPr>
            <p:cNvSpPr txBox="1"/>
            <p:nvPr/>
          </p:nvSpPr>
          <p:spPr>
            <a:xfrm>
              <a:off x="664590" y="870401"/>
              <a:ext cx="158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40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6FEAD10-74DB-C548-3414-15523E45052D}"/>
              </a:ext>
            </a:extLst>
          </p:cNvPr>
          <p:cNvSpPr txBox="1"/>
          <p:nvPr/>
        </p:nvSpPr>
        <p:spPr>
          <a:xfrm>
            <a:off x="4395289" y="3012500"/>
            <a:ext cx="1119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encryptPckt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BD1F60-8227-2215-FA94-0A92A96FE352}"/>
              </a:ext>
            </a:extLst>
          </p:cNvPr>
          <p:cNvCxnSpPr>
            <a:cxnSpLocks/>
          </p:cNvCxnSpPr>
          <p:nvPr/>
        </p:nvCxnSpPr>
        <p:spPr>
          <a:xfrm>
            <a:off x="1455293" y="3156640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6BC600-FBC4-6858-A796-1ABF5A470A13}"/>
              </a:ext>
            </a:extLst>
          </p:cNvPr>
          <p:cNvGrpSpPr/>
          <p:nvPr/>
        </p:nvGrpSpPr>
        <p:grpSpPr>
          <a:xfrm>
            <a:off x="5717999" y="2873742"/>
            <a:ext cx="976165" cy="573950"/>
            <a:chOff x="664590" y="742045"/>
            <a:chExt cx="1124841" cy="573950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161428E-C7BB-DE0C-3E6B-92D90265697F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A59882-9FCE-5F62-706A-F3D52AE09F8C}"/>
                </a:ext>
              </a:extLst>
            </p:cNvPr>
            <p:cNvSpPr txBox="1"/>
            <p:nvPr/>
          </p:nvSpPr>
          <p:spPr>
            <a:xfrm>
              <a:off x="664590" y="870401"/>
              <a:ext cx="158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4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7B7B6DA-FBD6-616B-FAE4-3B24BD5A754F}"/>
              </a:ext>
            </a:extLst>
          </p:cNvPr>
          <p:cNvSpPr txBox="1"/>
          <p:nvPr/>
        </p:nvSpPr>
        <p:spPr>
          <a:xfrm>
            <a:off x="5717999" y="3019463"/>
            <a:ext cx="976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directPckt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CADE545-A395-AD87-E171-04ECB45D89BD}"/>
              </a:ext>
            </a:extLst>
          </p:cNvPr>
          <p:cNvGrpSpPr/>
          <p:nvPr/>
        </p:nvGrpSpPr>
        <p:grpSpPr>
          <a:xfrm>
            <a:off x="5645703" y="3642038"/>
            <a:ext cx="1120756" cy="573950"/>
            <a:chOff x="7778990" y="1774396"/>
            <a:chExt cx="1120756" cy="57395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F1C83D4-C5B1-F408-F309-FE0F091F98AD}"/>
                </a:ext>
              </a:extLst>
            </p:cNvPr>
            <p:cNvGrpSpPr/>
            <p:nvPr/>
          </p:nvGrpSpPr>
          <p:grpSpPr>
            <a:xfrm>
              <a:off x="7817440" y="1774396"/>
              <a:ext cx="1025697" cy="573950"/>
              <a:chOff x="664590" y="742045"/>
              <a:chExt cx="1124841" cy="573950"/>
            </a:xfrm>
          </p:grpSpPr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BF53FFF-89F5-1B21-E687-A6784F9A7632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3D91EE1-9367-E271-F1DE-5798CF921E32}"/>
                  </a:ext>
                </a:extLst>
              </p:cNvPr>
              <p:cNvSpPr txBox="1"/>
              <p:nvPr/>
            </p:nvSpPr>
            <p:spPr>
              <a:xfrm>
                <a:off x="664590" y="870401"/>
                <a:ext cx="158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402FE7F-EB36-C2A3-C568-D1CC50D6D189}"/>
                </a:ext>
              </a:extLst>
            </p:cNvPr>
            <p:cNvSpPr txBox="1"/>
            <p:nvPr/>
          </p:nvSpPr>
          <p:spPr>
            <a:xfrm>
              <a:off x="7778990" y="1914388"/>
              <a:ext cx="1120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decryptPckt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76D0EA-57FD-E0DE-C1BF-F5B606C2B312}"/>
              </a:ext>
            </a:extLst>
          </p:cNvPr>
          <p:cNvGrpSpPr/>
          <p:nvPr/>
        </p:nvGrpSpPr>
        <p:grpSpPr>
          <a:xfrm>
            <a:off x="4407953" y="3678993"/>
            <a:ext cx="1054370" cy="573950"/>
            <a:chOff x="633146" y="742045"/>
            <a:chExt cx="1156285" cy="573950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6FA1E45B-1AD0-EA3F-D585-46E51EC7C2F9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810F46-9A19-1F20-6F9B-51EAC1DB09D6}"/>
                </a:ext>
              </a:extLst>
            </p:cNvPr>
            <p:cNvSpPr txBox="1"/>
            <p:nvPr/>
          </p:nvSpPr>
          <p:spPr>
            <a:xfrm>
              <a:off x="633146" y="855426"/>
              <a:ext cx="917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processRtn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EB63D79-D6CF-1058-54E6-3D8138CCAD15}"/>
              </a:ext>
            </a:extLst>
          </p:cNvPr>
          <p:cNvSpPr txBox="1"/>
          <p:nvPr/>
        </p:nvSpPr>
        <p:spPr>
          <a:xfrm>
            <a:off x="701774" y="3817838"/>
            <a:ext cx="516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HMI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6053D0E-F1C2-6653-630F-8A8C859D4E0E}"/>
              </a:ext>
            </a:extLst>
          </p:cNvPr>
          <p:cNvCxnSpPr>
            <a:cxnSpLocks/>
          </p:cNvCxnSpPr>
          <p:nvPr/>
        </p:nvCxnSpPr>
        <p:spPr>
          <a:xfrm>
            <a:off x="2840942" y="3150380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67831EA-F0E9-CDE0-1E63-6E4E71342265}"/>
              </a:ext>
            </a:extLst>
          </p:cNvPr>
          <p:cNvCxnSpPr>
            <a:cxnSpLocks/>
          </p:cNvCxnSpPr>
          <p:nvPr/>
        </p:nvCxnSpPr>
        <p:spPr>
          <a:xfrm>
            <a:off x="4207364" y="3177820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50E798F-E9FF-B8ED-76E5-069D6313D3D4}"/>
              </a:ext>
            </a:extLst>
          </p:cNvPr>
          <p:cNvCxnSpPr>
            <a:cxnSpLocks/>
          </p:cNvCxnSpPr>
          <p:nvPr/>
        </p:nvCxnSpPr>
        <p:spPr>
          <a:xfrm>
            <a:off x="5486318" y="3172009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5611C6A-63DE-67A9-3075-B1535BDE5F6D}"/>
              </a:ext>
            </a:extLst>
          </p:cNvPr>
          <p:cNvCxnSpPr>
            <a:cxnSpLocks/>
          </p:cNvCxnSpPr>
          <p:nvPr/>
        </p:nvCxnSpPr>
        <p:spPr>
          <a:xfrm flipH="1">
            <a:off x="5462323" y="3942903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8B84677-D644-FBB2-8D60-1D54AE8CB4C6}"/>
              </a:ext>
            </a:extLst>
          </p:cNvPr>
          <p:cNvCxnSpPr>
            <a:cxnSpLocks/>
          </p:cNvCxnSpPr>
          <p:nvPr/>
        </p:nvCxnSpPr>
        <p:spPr>
          <a:xfrm flipH="1">
            <a:off x="4195617" y="3972343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B484182-4F34-BC27-5E6E-C482E26B1EE4}"/>
              </a:ext>
            </a:extLst>
          </p:cNvPr>
          <p:cNvCxnSpPr>
            <a:cxnSpLocks/>
          </p:cNvCxnSpPr>
          <p:nvPr/>
        </p:nvCxnSpPr>
        <p:spPr>
          <a:xfrm flipH="1">
            <a:off x="2892663" y="4000798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662122C-904A-4512-F0BE-4D697B593960}"/>
              </a:ext>
            </a:extLst>
          </p:cNvPr>
          <p:cNvSpPr/>
          <p:nvPr/>
        </p:nvSpPr>
        <p:spPr>
          <a:xfrm>
            <a:off x="7509181" y="58189"/>
            <a:ext cx="2683658" cy="182159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955127-5F68-2D75-1D83-17435D0D8C46}"/>
              </a:ext>
            </a:extLst>
          </p:cNvPr>
          <p:cNvSpPr txBox="1"/>
          <p:nvPr/>
        </p:nvSpPr>
        <p:spPr>
          <a:xfrm>
            <a:off x="9357262" y="1298740"/>
            <a:ext cx="696024" cy="35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EUD-0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9CDB737-369D-44B8-3DE6-80E459B9BF0C}"/>
              </a:ext>
            </a:extLst>
          </p:cNvPr>
          <p:cNvGrpSpPr/>
          <p:nvPr/>
        </p:nvGrpSpPr>
        <p:grpSpPr>
          <a:xfrm>
            <a:off x="7599080" y="226279"/>
            <a:ext cx="2426483" cy="1536220"/>
            <a:chOff x="1338162" y="3181709"/>
            <a:chExt cx="2426483" cy="1340327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DB4738D-FB8D-84ED-27A3-1ABD1D3B5483}"/>
                </a:ext>
              </a:extLst>
            </p:cNvPr>
            <p:cNvCxnSpPr>
              <a:cxnSpLocks/>
            </p:cNvCxnSpPr>
            <p:nvPr/>
          </p:nvCxnSpPr>
          <p:spPr>
            <a:xfrm>
              <a:off x="2954263" y="3755659"/>
              <a:ext cx="0" cy="448092"/>
            </a:xfrm>
            <a:prstGeom prst="straightConnector1">
              <a:avLst/>
            </a:prstGeom>
            <a:ln w="381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178840E-532C-655B-06DF-61FAD159FBC9}"/>
                </a:ext>
              </a:extLst>
            </p:cNvPr>
            <p:cNvGrpSpPr/>
            <p:nvPr/>
          </p:nvGrpSpPr>
          <p:grpSpPr>
            <a:xfrm>
              <a:off x="2661904" y="3181709"/>
              <a:ext cx="1102741" cy="573950"/>
              <a:chOff x="638202" y="742045"/>
              <a:chExt cx="1151229" cy="573950"/>
            </a:xfrm>
          </p:grpSpPr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143962F6-EC91-01EA-14C5-EB7882385E6B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07BB752-CB1C-98B8-D1D3-6C1F646A385C}"/>
                  </a:ext>
                </a:extLst>
              </p:cNvPr>
              <p:cNvSpPr txBox="1"/>
              <p:nvPr/>
            </p:nvSpPr>
            <p:spPr>
              <a:xfrm>
                <a:off x="638202" y="888277"/>
                <a:ext cx="984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processPckt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899FF89-7894-ABB6-4AFC-1598C3499DCD}"/>
                </a:ext>
              </a:extLst>
            </p:cNvPr>
            <p:cNvGrpSpPr/>
            <p:nvPr/>
          </p:nvGrpSpPr>
          <p:grpSpPr>
            <a:xfrm>
              <a:off x="1397372" y="3948086"/>
              <a:ext cx="1311410" cy="573950"/>
              <a:chOff x="6264766" y="3218519"/>
              <a:chExt cx="1311410" cy="573950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48256D9-94B0-64FB-FE67-C5E963738B27}"/>
                  </a:ext>
                </a:extLst>
              </p:cNvPr>
              <p:cNvGrpSpPr/>
              <p:nvPr/>
            </p:nvGrpSpPr>
            <p:grpSpPr>
              <a:xfrm>
                <a:off x="6264766" y="3218519"/>
                <a:ext cx="1311410" cy="573950"/>
                <a:chOff x="664590" y="742045"/>
                <a:chExt cx="1124841" cy="573950"/>
              </a:xfrm>
            </p:grpSpPr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AE99AF72-ED3E-45B2-701C-DF90D110F450}"/>
                    </a:ext>
                  </a:extLst>
                </p:cNvPr>
                <p:cNvSpPr/>
                <p:nvPr/>
              </p:nvSpPr>
              <p:spPr>
                <a:xfrm>
                  <a:off x="664590" y="742045"/>
                  <a:ext cx="1124841" cy="573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1CE37F8-DB03-D05A-6080-29F3C09EF449}"/>
                    </a:ext>
                  </a:extLst>
                </p:cNvPr>
                <p:cNvSpPr txBox="1"/>
                <p:nvPr/>
              </p:nvSpPr>
              <p:spPr>
                <a:xfrm>
                  <a:off x="664590" y="870401"/>
                  <a:ext cx="15845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400"/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B9AAE22-2F56-05E6-F5FB-363951419586}"/>
                  </a:ext>
                </a:extLst>
              </p:cNvPr>
              <p:cNvSpPr txBox="1"/>
              <p:nvPr/>
            </p:nvSpPr>
            <p:spPr>
              <a:xfrm>
                <a:off x="6283132" y="3320296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encryptPckt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A8B3D1C-2CE2-296E-25D3-DF59F54A625B}"/>
                </a:ext>
              </a:extLst>
            </p:cNvPr>
            <p:cNvGrpSpPr/>
            <p:nvPr/>
          </p:nvGrpSpPr>
          <p:grpSpPr>
            <a:xfrm>
              <a:off x="1362045" y="3185817"/>
              <a:ext cx="1048646" cy="573950"/>
              <a:chOff x="664590" y="742045"/>
              <a:chExt cx="1124841" cy="573950"/>
            </a:xfrm>
          </p:grpSpPr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0F0A5A34-6EE8-B146-B4F6-1C7418F78113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2196C04-2793-FA9A-E6B9-DBE30B3D6396}"/>
                  </a:ext>
                </a:extLst>
              </p:cNvPr>
              <p:cNvSpPr txBox="1"/>
              <p:nvPr/>
            </p:nvSpPr>
            <p:spPr>
              <a:xfrm>
                <a:off x="664590" y="870401"/>
                <a:ext cx="158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22B8FD4-327A-75CC-F637-59DBF7E3BAE3}"/>
                </a:ext>
              </a:extLst>
            </p:cNvPr>
            <p:cNvSpPr txBox="1"/>
            <p:nvPr/>
          </p:nvSpPr>
          <p:spPr>
            <a:xfrm>
              <a:off x="1338162" y="3334032"/>
              <a:ext cx="1120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decryptPckt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58C13B2-F670-0CE6-9A1D-816F200E4024}"/>
                </a:ext>
              </a:extLst>
            </p:cNvPr>
            <p:cNvCxnSpPr>
              <a:cxnSpLocks/>
            </p:cNvCxnSpPr>
            <p:nvPr/>
          </p:nvCxnSpPr>
          <p:spPr>
            <a:xfrm>
              <a:off x="2429610" y="3487920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D3B72BFD-E31B-046B-00C6-A4950FD186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782" y="4187125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9C983C6E-9963-A251-A6EE-561A3A3C56FD}"/>
              </a:ext>
            </a:extLst>
          </p:cNvPr>
          <p:cNvSpPr/>
          <p:nvPr/>
        </p:nvSpPr>
        <p:spPr>
          <a:xfrm>
            <a:off x="7509181" y="1940590"/>
            <a:ext cx="2683658" cy="158930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EF697C1-ADC6-BE1B-22EF-7FBEB7820DD1}"/>
              </a:ext>
            </a:extLst>
          </p:cNvPr>
          <p:cNvSpPr txBox="1"/>
          <p:nvPr/>
        </p:nvSpPr>
        <p:spPr>
          <a:xfrm>
            <a:off x="9357262" y="3022951"/>
            <a:ext cx="684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EUD-1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9D67AD4-CB05-4E97-A957-BC06F5A876FC}"/>
              </a:ext>
            </a:extLst>
          </p:cNvPr>
          <p:cNvGrpSpPr/>
          <p:nvPr/>
        </p:nvGrpSpPr>
        <p:grpSpPr>
          <a:xfrm>
            <a:off x="7599080" y="2087246"/>
            <a:ext cx="2426483" cy="1340327"/>
            <a:chOff x="1338162" y="3181709"/>
            <a:chExt cx="2426483" cy="1340327"/>
          </a:xfrm>
        </p:grpSpPr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3BD274EC-2F86-E52C-3F86-57EBD3BDFBA2}"/>
                </a:ext>
              </a:extLst>
            </p:cNvPr>
            <p:cNvCxnSpPr>
              <a:cxnSpLocks/>
            </p:cNvCxnSpPr>
            <p:nvPr/>
          </p:nvCxnSpPr>
          <p:spPr>
            <a:xfrm>
              <a:off x="2954263" y="3755659"/>
              <a:ext cx="0" cy="448092"/>
            </a:xfrm>
            <a:prstGeom prst="straightConnector1">
              <a:avLst/>
            </a:prstGeom>
            <a:ln w="381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9AF207F-1547-672D-374D-AA8BFFBB6975}"/>
                </a:ext>
              </a:extLst>
            </p:cNvPr>
            <p:cNvGrpSpPr/>
            <p:nvPr/>
          </p:nvGrpSpPr>
          <p:grpSpPr>
            <a:xfrm>
              <a:off x="2661904" y="3181709"/>
              <a:ext cx="1102741" cy="573950"/>
              <a:chOff x="638202" y="742045"/>
              <a:chExt cx="1151229" cy="573950"/>
            </a:xfrm>
          </p:grpSpPr>
          <p:sp>
            <p:nvSpPr>
              <p:cNvPr id="134" name="Rounded Rectangle 133">
                <a:extLst>
                  <a:ext uri="{FF2B5EF4-FFF2-40B4-BE49-F238E27FC236}">
                    <a16:creationId xmlns:a16="http://schemas.microsoft.com/office/drawing/2014/main" id="{BD68479D-D2EB-7A86-8B84-F90E40F4C858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D9F9822-37F2-6D22-6F3F-28D3948B02C1}"/>
                  </a:ext>
                </a:extLst>
              </p:cNvPr>
              <p:cNvSpPr txBox="1"/>
              <p:nvPr/>
            </p:nvSpPr>
            <p:spPr>
              <a:xfrm>
                <a:off x="638202" y="888277"/>
                <a:ext cx="984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processPckt</a:t>
                </a: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335274A8-DBEF-19B6-0179-AEDB7391B189}"/>
                </a:ext>
              </a:extLst>
            </p:cNvPr>
            <p:cNvGrpSpPr/>
            <p:nvPr/>
          </p:nvGrpSpPr>
          <p:grpSpPr>
            <a:xfrm>
              <a:off x="1397372" y="3948086"/>
              <a:ext cx="1311410" cy="573950"/>
              <a:chOff x="6264766" y="3218519"/>
              <a:chExt cx="1311410" cy="573950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692D8821-0210-CDCD-9F85-0790BE010337}"/>
                  </a:ext>
                </a:extLst>
              </p:cNvPr>
              <p:cNvGrpSpPr/>
              <p:nvPr/>
            </p:nvGrpSpPr>
            <p:grpSpPr>
              <a:xfrm>
                <a:off x="6264766" y="3218519"/>
                <a:ext cx="1311410" cy="573950"/>
                <a:chOff x="664590" y="742045"/>
                <a:chExt cx="1124841" cy="573950"/>
              </a:xfrm>
            </p:grpSpPr>
            <p:sp>
              <p:nvSpPr>
                <p:cNvPr id="132" name="Rounded Rectangle 131">
                  <a:extLst>
                    <a:ext uri="{FF2B5EF4-FFF2-40B4-BE49-F238E27FC236}">
                      <a16:creationId xmlns:a16="http://schemas.microsoft.com/office/drawing/2014/main" id="{122F0D62-FC36-855C-244D-BD65E2475D7F}"/>
                    </a:ext>
                  </a:extLst>
                </p:cNvPr>
                <p:cNvSpPr/>
                <p:nvPr/>
              </p:nvSpPr>
              <p:spPr>
                <a:xfrm>
                  <a:off x="664590" y="742045"/>
                  <a:ext cx="1124841" cy="573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24A55CD8-6926-762E-E6EB-7A522DFA7817}"/>
                    </a:ext>
                  </a:extLst>
                </p:cNvPr>
                <p:cNvSpPr txBox="1"/>
                <p:nvPr/>
              </p:nvSpPr>
              <p:spPr>
                <a:xfrm>
                  <a:off x="664590" y="870401"/>
                  <a:ext cx="15845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400"/>
                </a:p>
              </p:txBody>
            </p:sp>
          </p:grp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3CD5793-F827-1E65-1A9D-2260CC68FE97}"/>
                  </a:ext>
                </a:extLst>
              </p:cNvPr>
              <p:cNvSpPr txBox="1"/>
              <p:nvPr/>
            </p:nvSpPr>
            <p:spPr>
              <a:xfrm>
                <a:off x="6283132" y="3320296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encryptPckt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BAECE21-F470-98FA-40C0-30425BE6120E}"/>
                </a:ext>
              </a:extLst>
            </p:cNvPr>
            <p:cNvGrpSpPr/>
            <p:nvPr/>
          </p:nvGrpSpPr>
          <p:grpSpPr>
            <a:xfrm>
              <a:off x="1362045" y="3185817"/>
              <a:ext cx="1048646" cy="573950"/>
              <a:chOff x="664590" y="742045"/>
              <a:chExt cx="1124841" cy="573950"/>
            </a:xfrm>
          </p:grpSpPr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685EF3E5-EBC1-2119-DEA7-01BA8970651B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F24AD12-AA75-5FEB-0DB4-400C398AD4F0}"/>
                  </a:ext>
                </a:extLst>
              </p:cNvPr>
              <p:cNvSpPr txBox="1"/>
              <p:nvPr/>
            </p:nvSpPr>
            <p:spPr>
              <a:xfrm>
                <a:off x="664590" y="870401"/>
                <a:ext cx="158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D89E465-E545-979A-60FC-B825BD31C849}"/>
                </a:ext>
              </a:extLst>
            </p:cNvPr>
            <p:cNvSpPr txBox="1"/>
            <p:nvPr/>
          </p:nvSpPr>
          <p:spPr>
            <a:xfrm>
              <a:off x="1338162" y="3334032"/>
              <a:ext cx="1120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decryptPckt</a:t>
              </a:r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ED8000EF-ECCC-94ED-FF1A-AC95FEA162B4}"/>
                </a:ext>
              </a:extLst>
            </p:cNvPr>
            <p:cNvCxnSpPr>
              <a:cxnSpLocks/>
            </p:cNvCxnSpPr>
            <p:nvPr/>
          </p:nvCxnSpPr>
          <p:spPr>
            <a:xfrm>
              <a:off x="2429610" y="3487920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A098B202-352E-8B45-D47E-241E296BEA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782" y="4187125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F663B424-A104-0AD7-189C-CF692B9B502E}"/>
              </a:ext>
            </a:extLst>
          </p:cNvPr>
          <p:cNvSpPr/>
          <p:nvPr/>
        </p:nvSpPr>
        <p:spPr>
          <a:xfrm>
            <a:off x="7501099" y="3590424"/>
            <a:ext cx="2683658" cy="158930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CA3B0D9-A556-2229-D553-920FE1BFA09F}"/>
              </a:ext>
            </a:extLst>
          </p:cNvPr>
          <p:cNvSpPr txBox="1"/>
          <p:nvPr/>
        </p:nvSpPr>
        <p:spPr>
          <a:xfrm>
            <a:off x="9349180" y="4672785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EUD-2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41D88D7-835F-4E42-DE93-000E7E97B4E7}"/>
              </a:ext>
            </a:extLst>
          </p:cNvPr>
          <p:cNvGrpSpPr/>
          <p:nvPr/>
        </p:nvGrpSpPr>
        <p:grpSpPr>
          <a:xfrm>
            <a:off x="7590998" y="3737080"/>
            <a:ext cx="2426483" cy="1340327"/>
            <a:chOff x="1338162" y="3181709"/>
            <a:chExt cx="2426483" cy="1340327"/>
          </a:xfrm>
        </p:grpSpPr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C62F5F4D-5906-55F3-5817-69D257582656}"/>
                </a:ext>
              </a:extLst>
            </p:cNvPr>
            <p:cNvCxnSpPr>
              <a:cxnSpLocks/>
            </p:cNvCxnSpPr>
            <p:nvPr/>
          </p:nvCxnSpPr>
          <p:spPr>
            <a:xfrm>
              <a:off x="2954263" y="3755659"/>
              <a:ext cx="0" cy="448092"/>
            </a:xfrm>
            <a:prstGeom prst="straightConnector1">
              <a:avLst/>
            </a:prstGeom>
            <a:ln w="381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7B689FDF-CA19-CB27-F520-22FBDA94FCE3}"/>
                </a:ext>
              </a:extLst>
            </p:cNvPr>
            <p:cNvGrpSpPr/>
            <p:nvPr/>
          </p:nvGrpSpPr>
          <p:grpSpPr>
            <a:xfrm>
              <a:off x="2661904" y="3181709"/>
              <a:ext cx="1102741" cy="573950"/>
              <a:chOff x="638202" y="742045"/>
              <a:chExt cx="1151229" cy="573950"/>
            </a:xfrm>
          </p:grpSpPr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C3B2A325-CC91-A23A-A959-1E0A2518B7A3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14CC777-7EA9-F758-A6F4-0F41E5EFDC40}"/>
                  </a:ext>
                </a:extLst>
              </p:cNvPr>
              <p:cNvSpPr txBox="1"/>
              <p:nvPr/>
            </p:nvSpPr>
            <p:spPr>
              <a:xfrm>
                <a:off x="638202" y="888277"/>
                <a:ext cx="984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processPckt</a:t>
                </a: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51614B1B-49DB-FFD3-9FC6-6BDED1C23D9C}"/>
                </a:ext>
              </a:extLst>
            </p:cNvPr>
            <p:cNvGrpSpPr/>
            <p:nvPr/>
          </p:nvGrpSpPr>
          <p:grpSpPr>
            <a:xfrm>
              <a:off x="1397372" y="3948086"/>
              <a:ext cx="1311410" cy="573950"/>
              <a:chOff x="6264766" y="3218519"/>
              <a:chExt cx="1311410" cy="573950"/>
            </a:xfrm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93BD9616-433D-DEB0-B9E9-D57789251097}"/>
                  </a:ext>
                </a:extLst>
              </p:cNvPr>
              <p:cNvGrpSpPr/>
              <p:nvPr/>
            </p:nvGrpSpPr>
            <p:grpSpPr>
              <a:xfrm>
                <a:off x="6264766" y="3218519"/>
                <a:ext cx="1311410" cy="573950"/>
                <a:chOff x="664590" y="742045"/>
                <a:chExt cx="1124841" cy="573950"/>
              </a:xfrm>
            </p:grpSpPr>
            <p:sp>
              <p:nvSpPr>
                <p:cNvPr id="151" name="Rounded Rectangle 150">
                  <a:extLst>
                    <a:ext uri="{FF2B5EF4-FFF2-40B4-BE49-F238E27FC236}">
                      <a16:creationId xmlns:a16="http://schemas.microsoft.com/office/drawing/2014/main" id="{5C14CE5D-03AE-F4DB-61E2-415DD8D55191}"/>
                    </a:ext>
                  </a:extLst>
                </p:cNvPr>
                <p:cNvSpPr/>
                <p:nvPr/>
              </p:nvSpPr>
              <p:spPr>
                <a:xfrm>
                  <a:off x="664590" y="742045"/>
                  <a:ext cx="1124841" cy="573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F12D1407-A0C4-3EA7-EA1D-A73489D1BCBA}"/>
                    </a:ext>
                  </a:extLst>
                </p:cNvPr>
                <p:cNvSpPr txBox="1"/>
                <p:nvPr/>
              </p:nvSpPr>
              <p:spPr>
                <a:xfrm>
                  <a:off x="664590" y="870401"/>
                  <a:ext cx="15845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400"/>
                </a:p>
              </p:txBody>
            </p: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9FEECC8-B527-3A78-2EE7-0C5EA8997613}"/>
                  </a:ext>
                </a:extLst>
              </p:cNvPr>
              <p:cNvSpPr txBox="1"/>
              <p:nvPr/>
            </p:nvSpPr>
            <p:spPr>
              <a:xfrm>
                <a:off x="6283132" y="3320296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encryptPckt</a:t>
                </a: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C344302-7AE5-72B1-77DB-383947235A3E}"/>
                </a:ext>
              </a:extLst>
            </p:cNvPr>
            <p:cNvGrpSpPr/>
            <p:nvPr/>
          </p:nvGrpSpPr>
          <p:grpSpPr>
            <a:xfrm>
              <a:off x="1362045" y="3185817"/>
              <a:ext cx="1048646" cy="573950"/>
              <a:chOff x="664590" y="742045"/>
              <a:chExt cx="1124841" cy="573950"/>
            </a:xfrm>
          </p:grpSpPr>
          <p:sp>
            <p:nvSpPr>
              <p:cNvPr id="147" name="Rounded Rectangle 146">
                <a:extLst>
                  <a:ext uri="{FF2B5EF4-FFF2-40B4-BE49-F238E27FC236}">
                    <a16:creationId xmlns:a16="http://schemas.microsoft.com/office/drawing/2014/main" id="{397A6265-061B-ED7E-018F-8933A8DA1740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C9FEAF9-1CA2-7840-6C91-39AC03D71C5C}"/>
                  </a:ext>
                </a:extLst>
              </p:cNvPr>
              <p:cNvSpPr txBox="1"/>
              <p:nvPr/>
            </p:nvSpPr>
            <p:spPr>
              <a:xfrm>
                <a:off x="664590" y="870401"/>
                <a:ext cx="158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CCD1B3C-9447-5087-70A5-BEEFEA6922D9}"/>
                </a:ext>
              </a:extLst>
            </p:cNvPr>
            <p:cNvSpPr txBox="1"/>
            <p:nvPr/>
          </p:nvSpPr>
          <p:spPr>
            <a:xfrm>
              <a:off x="1338162" y="3334032"/>
              <a:ext cx="1120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decryptPckt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E1F028A6-0382-99E2-D57C-A68F8C178C3D}"/>
                </a:ext>
              </a:extLst>
            </p:cNvPr>
            <p:cNvCxnSpPr>
              <a:cxnSpLocks/>
            </p:cNvCxnSpPr>
            <p:nvPr/>
          </p:nvCxnSpPr>
          <p:spPr>
            <a:xfrm>
              <a:off x="2429610" y="3487920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5C146961-23E6-7409-FA01-9408E50BD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782" y="4187125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ED6D8C47-3AE0-574A-82AD-929A7688D784}"/>
              </a:ext>
            </a:extLst>
          </p:cNvPr>
          <p:cNvSpPr/>
          <p:nvPr/>
        </p:nvSpPr>
        <p:spPr>
          <a:xfrm>
            <a:off x="7509181" y="5240258"/>
            <a:ext cx="2683658" cy="158930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6EFC552-FD99-F588-F75A-42AE362441B8}"/>
              </a:ext>
            </a:extLst>
          </p:cNvPr>
          <p:cNvSpPr txBox="1"/>
          <p:nvPr/>
        </p:nvSpPr>
        <p:spPr>
          <a:xfrm>
            <a:off x="9357262" y="6322619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EUD-3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BB315E9-7341-EF99-3692-011CC123ADE2}"/>
              </a:ext>
            </a:extLst>
          </p:cNvPr>
          <p:cNvGrpSpPr/>
          <p:nvPr/>
        </p:nvGrpSpPr>
        <p:grpSpPr>
          <a:xfrm>
            <a:off x="7599080" y="5386914"/>
            <a:ext cx="2426483" cy="1340327"/>
            <a:chOff x="1338162" y="3181709"/>
            <a:chExt cx="2426483" cy="1340327"/>
          </a:xfrm>
        </p:grpSpPr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FB9F656D-0BE8-97C8-3F0F-49644924D923}"/>
                </a:ext>
              </a:extLst>
            </p:cNvPr>
            <p:cNvCxnSpPr>
              <a:cxnSpLocks/>
            </p:cNvCxnSpPr>
            <p:nvPr/>
          </p:nvCxnSpPr>
          <p:spPr>
            <a:xfrm>
              <a:off x="2954263" y="3755659"/>
              <a:ext cx="0" cy="448092"/>
            </a:xfrm>
            <a:prstGeom prst="straightConnector1">
              <a:avLst/>
            </a:prstGeom>
            <a:ln w="38100"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C127B342-334F-E604-FC19-8AEC58B541D3}"/>
                </a:ext>
              </a:extLst>
            </p:cNvPr>
            <p:cNvGrpSpPr/>
            <p:nvPr/>
          </p:nvGrpSpPr>
          <p:grpSpPr>
            <a:xfrm>
              <a:off x="2661904" y="3181709"/>
              <a:ext cx="1102741" cy="573950"/>
              <a:chOff x="638202" y="742045"/>
              <a:chExt cx="1151229" cy="573950"/>
            </a:xfrm>
          </p:grpSpPr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792E6779-6EC0-7C13-DFEE-F3720324F12D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3DC2E8D-FA7B-E288-416B-31AA660CE6EA}"/>
                  </a:ext>
                </a:extLst>
              </p:cNvPr>
              <p:cNvSpPr txBox="1"/>
              <p:nvPr/>
            </p:nvSpPr>
            <p:spPr>
              <a:xfrm>
                <a:off x="638202" y="888277"/>
                <a:ext cx="98440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processPckt</a:t>
                </a:r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95ADD945-3F7A-4608-A7C6-7248496707F0}"/>
                </a:ext>
              </a:extLst>
            </p:cNvPr>
            <p:cNvGrpSpPr/>
            <p:nvPr/>
          </p:nvGrpSpPr>
          <p:grpSpPr>
            <a:xfrm>
              <a:off x="1397372" y="3948086"/>
              <a:ext cx="1311410" cy="573950"/>
              <a:chOff x="6264766" y="3218519"/>
              <a:chExt cx="1311410" cy="573950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26301810-1BFC-D4AB-9330-1910056248B6}"/>
                  </a:ext>
                </a:extLst>
              </p:cNvPr>
              <p:cNvGrpSpPr/>
              <p:nvPr/>
            </p:nvGrpSpPr>
            <p:grpSpPr>
              <a:xfrm>
                <a:off x="6264766" y="3218519"/>
                <a:ext cx="1311410" cy="573950"/>
                <a:chOff x="664590" y="742045"/>
                <a:chExt cx="1124841" cy="573950"/>
              </a:xfrm>
            </p:grpSpPr>
            <p:sp>
              <p:nvSpPr>
                <p:cNvPr id="170" name="Rounded Rectangle 169">
                  <a:extLst>
                    <a:ext uri="{FF2B5EF4-FFF2-40B4-BE49-F238E27FC236}">
                      <a16:creationId xmlns:a16="http://schemas.microsoft.com/office/drawing/2014/main" id="{01146E65-D476-0CE2-0DE9-158A8D830E6B}"/>
                    </a:ext>
                  </a:extLst>
                </p:cNvPr>
                <p:cNvSpPr/>
                <p:nvPr/>
              </p:nvSpPr>
              <p:spPr>
                <a:xfrm>
                  <a:off x="664590" y="742045"/>
                  <a:ext cx="1124841" cy="573950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9AE3247B-97EF-B7B9-C4F1-FA3BC70C48A3}"/>
                    </a:ext>
                  </a:extLst>
                </p:cNvPr>
                <p:cNvSpPr txBox="1"/>
                <p:nvPr/>
              </p:nvSpPr>
              <p:spPr>
                <a:xfrm>
                  <a:off x="664590" y="870401"/>
                  <a:ext cx="15845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400"/>
                </a:p>
              </p:txBody>
            </p:sp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B4522460-CDDB-3805-AD1B-4D0F0F526117}"/>
                  </a:ext>
                </a:extLst>
              </p:cNvPr>
              <p:cNvSpPr txBox="1"/>
              <p:nvPr/>
            </p:nvSpPr>
            <p:spPr>
              <a:xfrm>
                <a:off x="6283132" y="3320296"/>
                <a:ext cx="11191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encryptPckt</a:t>
                </a:r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A98A96D-FDFE-80A8-91BE-35D4A4886C53}"/>
                </a:ext>
              </a:extLst>
            </p:cNvPr>
            <p:cNvGrpSpPr/>
            <p:nvPr/>
          </p:nvGrpSpPr>
          <p:grpSpPr>
            <a:xfrm>
              <a:off x="1362045" y="3185817"/>
              <a:ext cx="1048646" cy="573950"/>
              <a:chOff x="664590" y="742045"/>
              <a:chExt cx="1124841" cy="573950"/>
            </a:xfrm>
          </p:grpSpPr>
          <p:sp>
            <p:nvSpPr>
              <p:cNvPr id="166" name="Rounded Rectangle 165">
                <a:extLst>
                  <a:ext uri="{FF2B5EF4-FFF2-40B4-BE49-F238E27FC236}">
                    <a16:creationId xmlns:a16="http://schemas.microsoft.com/office/drawing/2014/main" id="{0A20AA7D-1122-600C-A8DA-A749690E1E16}"/>
                  </a:ext>
                </a:extLst>
              </p:cNvPr>
              <p:cNvSpPr/>
              <p:nvPr/>
            </p:nvSpPr>
            <p:spPr>
              <a:xfrm>
                <a:off x="664590" y="742045"/>
                <a:ext cx="1124841" cy="57395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BA8821E-46CA-7BC9-28C2-8C27E41DD284}"/>
                  </a:ext>
                </a:extLst>
              </p:cNvPr>
              <p:cNvSpPr txBox="1"/>
              <p:nvPr/>
            </p:nvSpPr>
            <p:spPr>
              <a:xfrm>
                <a:off x="664590" y="870401"/>
                <a:ext cx="1584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/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C940318-E45A-ABB8-5655-1FF43E64D30E}"/>
                </a:ext>
              </a:extLst>
            </p:cNvPr>
            <p:cNvSpPr txBox="1"/>
            <p:nvPr/>
          </p:nvSpPr>
          <p:spPr>
            <a:xfrm>
              <a:off x="1338162" y="3334032"/>
              <a:ext cx="11207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decryptPckt</a:t>
              </a:r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51739DD8-886E-DD97-27A1-896955706B07}"/>
                </a:ext>
              </a:extLst>
            </p:cNvPr>
            <p:cNvCxnSpPr>
              <a:cxnSpLocks/>
            </p:cNvCxnSpPr>
            <p:nvPr/>
          </p:nvCxnSpPr>
          <p:spPr>
            <a:xfrm>
              <a:off x="2429610" y="3487920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1CC54B20-C3E2-E6EC-B950-82F0DF0D39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8782" y="4187125"/>
              <a:ext cx="23517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404CC0B-14BC-047C-56C4-93A1F4941120}"/>
              </a:ext>
            </a:extLst>
          </p:cNvPr>
          <p:cNvCxnSpPr>
            <a:cxnSpLocks/>
          </p:cNvCxnSpPr>
          <p:nvPr/>
        </p:nvCxnSpPr>
        <p:spPr>
          <a:xfrm flipH="1">
            <a:off x="6709850" y="3942192"/>
            <a:ext cx="58018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D261F52-FD75-3AA5-7BCF-1F5C0DA22531}"/>
              </a:ext>
            </a:extLst>
          </p:cNvPr>
          <p:cNvCxnSpPr>
            <a:cxnSpLocks/>
          </p:cNvCxnSpPr>
          <p:nvPr/>
        </p:nvCxnSpPr>
        <p:spPr>
          <a:xfrm flipH="1">
            <a:off x="7281949" y="1422635"/>
            <a:ext cx="386625" cy="0"/>
          </a:xfrm>
          <a:prstGeom prst="straightConnector1">
            <a:avLst/>
          </a:prstGeom>
          <a:ln w="3810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400A6524-CCE4-49A7-21AD-D58969C7CCAB}"/>
              </a:ext>
            </a:extLst>
          </p:cNvPr>
          <p:cNvCxnSpPr>
            <a:cxnSpLocks/>
          </p:cNvCxnSpPr>
          <p:nvPr/>
        </p:nvCxnSpPr>
        <p:spPr>
          <a:xfrm flipH="1">
            <a:off x="7290031" y="3178017"/>
            <a:ext cx="386625" cy="0"/>
          </a:xfrm>
          <a:prstGeom prst="straightConnector1">
            <a:avLst/>
          </a:prstGeom>
          <a:ln w="3810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227B1254-B23B-3650-B3D0-55445E041422}"/>
              </a:ext>
            </a:extLst>
          </p:cNvPr>
          <p:cNvCxnSpPr>
            <a:cxnSpLocks/>
          </p:cNvCxnSpPr>
          <p:nvPr/>
        </p:nvCxnSpPr>
        <p:spPr>
          <a:xfrm flipH="1">
            <a:off x="7270883" y="4826673"/>
            <a:ext cx="386625" cy="0"/>
          </a:xfrm>
          <a:prstGeom prst="straightConnector1">
            <a:avLst/>
          </a:prstGeom>
          <a:ln w="3810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3BB719AB-EA03-8F82-06C8-E7FEBA6C4463}"/>
              </a:ext>
            </a:extLst>
          </p:cNvPr>
          <p:cNvCxnSpPr>
            <a:cxnSpLocks/>
          </p:cNvCxnSpPr>
          <p:nvPr/>
        </p:nvCxnSpPr>
        <p:spPr>
          <a:xfrm flipH="1">
            <a:off x="7273020" y="6476256"/>
            <a:ext cx="386625" cy="0"/>
          </a:xfrm>
          <a:prstGeom prst="straightConnector1">
            <a:avLst/>
          </a:prstGeom>
          <a:ln w="3810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EC036BF-53F6-495F-2467-6B917378FFC4}"/>
              </a:ext>
            </a:extLst>
          </p:cNvPr>
          <p:cNvCxnSpPr>
            <a:cxnSpLocks/>
          </p:cNvCxnSpPr>
          <p:nvPr/>
        </p:nvCxnSpPr>
        <p:spPr>
          <a:xfrm>
            <a:off x="7290031" y="1397696"/>
            <a:ext cx="0" cy="5078560"/>
          </a:xfrm>
          <a:prstGeom prst="straightConnector1">
            <a:avLst/>
          </a:prstGeom>
          <a:ln w="38100"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ACCC123-AE1C-F1C8-09D2-FEAAA4F38EF9}"/>
              </a:ext>
            </a:extLst>
          </p:cNvPr>
          <p:cNvCxnSpPr>
            <a:cxnSpLocks/>
          </p:cNvCxnSpPr>
          <p:nvPr/>
        </p:nvCxnSpPr>
        <p:spPr>
          <a:xfrm>
            <a:off x="6690056" y="3183287"/>
            <a:ext cx="297330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6FB0A3F2-7D66-684E-F1EA-F8389DAE719E}"/>
              </a:ext>
            </a:extLst>
          </p:cNvPr>
          <p:cNvCxnSpPr>
            <a:cxnSpLocks/>
          </p:cNvCxnSpPr>
          <p:nvPr/>
        </p:nvCxnSpPr>
        <p:spPr>
          <a:xfrm>
            <a:off x="6999940" y="577244"/>
            <a:ext cx="63531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1E7C0DC9-4876-A740-F3AF-15A413A27704}"/>
              </a:ext>
            </a:extLst>
          </p:cNvPr>
          <p:cNvCxnSpPr>
            <a:cxnSpLocks/>
          </p:cNvCxnSpPr>
          <p:nvPr/>
        </p:nvCxnSpPr>
        <p:spPr>
          <a:xfrm>
            <a:off x="6999940" y="2393457"/>
            <a:ext cx="63531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3CB1487-9C02-4AB8-686B-6036E1F5962C}"/>
              </a:ext>
            </a:extLst>
          </p:cNvPr>
          <p:cNvCxnSpPr>
            <a:cxnSpLocks/>
          </p:cNvCxnSpPr>
          <p:nvPr/>
        </p:nvCxnSpPr>
        <p:spPr>
          <a:xfrm>
            <a:off x="6972375" y="4136006"/>
            <a:ext cx="63531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BCF500C7-4CBE-B230-D165-5D3218E32720}"/>
              </a:ext>
            </a:extLst>
          </p:cNvPr>
          <p:cNvCxnSpPr>
            <a:cxnSpLocks/>
          </p:cNvCxnSpPr>
          <p:nvPr/>
        </p:nvCxnSpPr>
        <p:spPr>
          <a:xfrm>
            <a:off x="6999940" y="5693125"/>
            <a:ext cx="63531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BECFDA6F-47EE-D870-EF19-B2D6997C5B65}"/>
              </a:ext>
            </a:extLst>
          </p:cNvPr>
          <p:cNvCxnSpPr>
            <a:cxnSpLocks/>
          </p:cNvCxnSpPr>
          <p:nvPr/>
        </p:nvCxnSpPr>
        <p:spPr>
          <a:xfrm>
            <a:off x="6987386" y="577244"/>
            <a:ext cx="0" cy="5115881"/>
          </a:xfrm>
          <a:prstGeom prst="straightConnector1">
            <a:avLst/>
          </a:prstGeom>
          <a:ln w="38100">
            <a:prstDash val="sysDot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001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EBA1F-6691-463B-F270-57546A6A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374FC02-CBB5-4F98-C7D6-A7F41B5FED0F}"/>
              </a:ext>
            </a:extLst>
          </p:cNvPr>
          <p:cNvGrpSpPr/>
          <p:nvPr/>
        </p:nvGrpSpPr>
        <p:grpSpPr>
          <a:xfrm>
            <a:off x="1065493" y="363122"/>
            <a:ext cx="7624622" cy="1951582"/>
            <a:chOff x="1065493" y="363122"/>
            <a:chExt cx="7624622" cy="1951582"/>
          </a:xfrm>
        </p:grpSpPr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D6D58786-994C-2252-4289-A10DBD823AD1}"/>
                </a:ext>
              </a:extLst>
            </p:cNvPr>
            <p:cNvSpPr/>
            <p:nvPr/>
          </p:nvSpPr>
          <p:spPr>
            <a:xfrm>
              <a:off x="7946078" y="1976497"/>
              <a:ext cx="692785" cy="30777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B13487A-A3AD-EEA8-7C35-C8DF6D936B10}"/>
                </a:ext>
              </a:extLst>
            </p:cNvPr>
            <p:cNvSpPr txBox="1"/>
            <p:nvPr/>
          </p:nvSpPr>
          <p:spPr>
            <a:xfrm>
              <a:off x="7994091" y="1980923"/>
              <a:ext cx="6960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EUD-3</a:t>
              </a: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E56739A4-18F1-6E52-4182-46E2DA5EEFA9}"/>
                </a:ext>
              </a:extLst>
            </p:cNvPr>
            <p:cNvSpPr/>
            <p:nvPr/>
          </p:nvSpPr>
          <p:spPr>
            <a:xfrm>
              <a:off x="7955499" y="1443766"/>
              <a:ext cx="692785" cy="30777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478395A-8979-376E-3C16-8A31CEB386F2}"/>
                </a:ext>
              </a:extLst>
            </p:cNvPr>
            <p:cNvSpPr txBox="1"/>
            <p:nvPr/>
          </p:nvSpPr>
          <p:spPr>
            <a:xfrm>
              <a:off x="7994091" y="1453839"/>
              <a:ext cx="6960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EUD-2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32488647-3085-F603-DE61-6157843462CF}"/>
                </a:ext>
              </a:extLst>
            </p:cNvPr>
            <p:cNvGrpSpPr/>
            <p:nvPr/>
          </p:nvGrpSpPr>
          <p:grpSpPr>
            <a:xfrm>
              <a:off x="7946078" y="935296"/>
              <a:ext cx="712146" cy="318061"/>
              <a:chOff x="7946078" y="935296"/>
              <a:chExt cx="712146" cy="318061"/>
            </a:xfrm>
          </p:grpSpPr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39D111DA-1FFE-58D6-CC72-3C83D826810A}"/>
                  </a:ext>
                </a:extLst>
              </p:cNvPr>
              <p:cNvSpPr/>
              <p:nvPr/>
            </p:nvSpPr>
            <p:spPr>
              <a:xfrm>
                <a:off x="7946078" y="935296"/>
                <a:ext cx="692785" cy="307777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9A85C0-1137-F8FC-ACD7-DB50C1E8E186}"/>
                  </a:ext>
                </a:extLst>
              </p:cNvPr>
              <p:cNvSpPr txBox="1"/>
              <p:nvPr/>
            </p:nvSpPr>
            <p:spPr>
              <a:xfrm>
                <a:off x="7973934" y="945580"/>
                <a:ext cx="6842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EUD-1</a:t>
                </a:r>
              </a:p>
            </p:txBody>
          </p:sp>
        </p:grp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38AF8728-89D1-D247-A56A-8BA76FE52CD2}"/>
                </a:ext>
              </a:extLst>
            </p:cNvPr>
            <p:cNvSpPr/>
            <p:nvPr/>
          </p:nvSpPr>
          <p:spPr>
            <a:xfrm>
              <a:off x="7946078" y="408212"/>
              <a:ext cx="692785" cy="30777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167792D6-1F3D-73D1-606A-347A19372C8B}"/>
                </a:ext>
              </a:extLst>
            </p:cNvPr>
            <p:cNvSpPr/>
            <p:nvPr/>
          </p:nvSpPr>
          <p:spPr>
            <a:xfrm>
              <a:off x="4099553" y="890719"/>
              <a:ext cx="413925" cy="85889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E29A6A94-DE67-6B81-B5E1-CBE3A1E4E83C}"/>
                </a:ext>
              </a:extLst>
            </p:cNvPr>
            <p:cNvSpPr/>
            <p:nvPr/>
          </p:nvSpPr>
          <p:spPr>
            <a:xfrm>
              <a:off x="1253812" y="890719"/>
              <a:ext cx="413925" cy="858899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F65128-C6E1-69C6-B8A6-79DF47768277}"/>
                </a:ext>
              </a:extLst>
            </p:cNvPr>
            <p:cNvSpPr/>
            <p:nvPr/>
          </p:nvSpPr>
          <p:spPr>
            <a:xfrm>
              <a:off x="1105361" y="1079031"/>
              <a:ext cx="737528" cy="3765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51B959-CAE8-7DB6-B2C3-6D7EE82A783C}"/>
                </a:ext>
              </a:extLst>
            </p:cNvPr>
            <p:cNvSpPr txBox="1"/>
            <p:nvPr/>
          </p:nvSpPr>
          <p:spPr>
            <a:xfrm>
              <a:off x="1065493" y="1112709"/>
              <a:ext cx="804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process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D9328F-62D7-585B-E973-0E51E11843CE}"/>
                </a:ext>
              </a:extLst>
            </p:cNvPr>
            <p:cNvSpPr/>
            <p:nvPr/>
          </p:nvSpPr>
          <p:spPr>
            <a:xfrm>
              <a:off x="2062339" y="982309"/>
              <a:ext cx="672273" cy="6377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A353D3-AE1F-5604-F010-2347AB2D2451}"/>
                </a:ext>
              </a:extLst>
            </p:cNvPr>
            <p:cNvSpPr txBox="1"/>
            <p:nvPr/>
          </p:nvSpPr>
          <p:spPr>
            <a:xfrm>
              <a:off x="2099947" y="632086"/>
              <a:ext cx="5934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dirty="0"/>
                <a:t>x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5DA0A7A-4E80-EA23-555B-5A324CEC39D2}"/>
                </a:ext>
              </a:extLst>
            </p:cNvPr>
            <p:cNvSpPr txBox="1"/>
            <p:nvPr/>
          </p:nvSpPr>
          <p:spPr>
            <a:xfrm>
              <a:off x="2022026" y="664041"/>
              <a:ext cx="7528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pvtHub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ED5A6B2-E047-EBEB-0DED-F1115DC3D54B}"/>
                </a:ext>
              </a:extLst>
            </p:cNvPr>
            <p:cNvGrpSpPr/>
            <p:nvPr/>
          </p:nvGrpSpPr>
          <p:grpSpPr>
            <a:xfrm>
              <a:off x="2978735" y="940606"/>
              <a:ext cx="644638" cy="644638"/>
              <a:chOff x="8987933" y="1277123"/>
              <a:chExt cx="644638" cy="644638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8C4AF13-B732-9D60-EB49-C916E7EA0F73}"/>
                  </a:ext>
                </a:extLst>
              </p:cNvPr>
              <p:cNvSpPr/>
              <p:nvPr/>
            </p:nvSpPr>
            <p:spPr>
              <a:xfrm>
                <a:off x="8987933" y="1277123"/>
                <a:ext cx="644638" cy="644638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2BE532A-BAA5-8F8D-FF9A-BC0F6821D369}"/>
                  </a:ext>
                </a:extLst>
              </p:cNvPr>
              <p:cNvGrpSpPr/>
              <p:nvPr/>
            </p:nvGrpSpPr>
            <p:grpSpPr>
              <a:xfrm>
                <a:off x="9056714" y="1328837"/>
                <a:ext cx="523702" cy="543097"/>
                <a:chOff x="9044247" y="1323964"/>
                <a:chExt cx="523702" cy="543097"/>
              </a:xfrm>
            </p:grpSpPr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C5F61921-6FAD-BFBC-C459-C24EBA1FBB05}"/>
                    </a:ext>
                  </a:extLst>
                </p:cNvPr>
                <p:cNvCxnSpPr/>
                <p:nvPr/>
              </p:nvCxnSpPr>
              <p:spPr>
                <a:xfrm>
                  <a:off x="9044247" y="1599442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7A7D2AD3-514B-1C7F-EA76-5E4DB93B5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35192" y="1598242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05DF421B-332A-0460-8310-BC39B633C1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9193874" y="1440343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1A1BD501-6A48-79DE-A884-7C461C3AC3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196646" y="1750683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0C0F71C-74F9-32B1-4DB8-E8E139A7723B}"/>
                </a:ext>
              </a:extLst>
            </p:cNvPr>
            <p:cNvSpPr txBox="1"/>
            <p:nvPr/>
          </p:nvSpPr>
          <p:spPr>
            <a:xfrm>
              <a:off x="2994630" y="585828"/>
              <a:ext cx="6501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pvtRtr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A228305-C6C4-CDE7-4227-08FABE16CFA7}"/>
                </a:ext>
              </a:extLst>
            </p:cNvPr>
            <p:cNvSpPr/>
            <p:nvPr/>
          </p:nvSpPr>
          <p:spPr>
            <a:xfrm>
              <a:off x="3908729" y="1079376"/>
              <a:ext cx="737528" cy="3765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E36FF16-B67B-7D90-A6B6-FDE4D42D54A8}"/>
                </a:ext>
              </a:extLst>
            </p:cNvPr>
            <p:cNvSpPr txBox="1"/>
            <p:nvPr/>
          </p:nvSpPr>
          <p:spPr>
            <a:xfrm>
              <a:off x="3897337" y="1106191"/>
              <a:ext cx="7083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sslSrvr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F97B785-DED6-AD54-2368-67D8033184EA}"/>
                </a:ext>
              </a:extLst>
            </p:cNvPr>
            <p:cNvGrpSpPr/>
            <p:nvPr/>
          </p:nvGrpSpPr>
          <p:grpSpPr>
            <a:xfrm>
              <a:off x="4904425" y="965545"/>
              <a:ext cx="644638" cy="644638"/>
              <a:chOff x="8987933" y="1277123"/>
              <a:chExt cx="644638" cy="644638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9E71474-5649-5886-99FA-C5AF8CCF51A1}"/>
                  </a:ext>
                </a:extLst>
              </p:cNvPr>
              <p:cNvSpPr/>
              <p:nvPr/>
            </p:nvSpPr>
            <p:spPr>
              <a:xfrm>
                <a:off x="8987933" y="1277123"/>
                <a:ext cx="644638" cy="644638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0EF7D5C-B7D3-C38B-A2DE-AA297DDFD646}"/>
                  </a:ext>
                </a:extLst>
              </p:cNvPr>
              <p:cNvGrpSpPr/>
              <p:nvPr/>
            </p:nvGrpSpPr>
            <p:grpSpPr>
              <a:xfrm>
                <a:off x="9056714" y="1328837"/>
                <a:ext cx="523702" cy="543097"/>
                <a:chOff x="9044247" y="1323964"/>
                <a:chExt cx="523702" cy="543097"/>
              </a:xfrm>
            </p:grpSpPr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E8D6BE22-0014-D2C7-4D70-A9CCE6B34F63}"/>
                    </a:ext>
                  </a:extLst>
                </p:cNvPr>
                <p:cNvCxnSpPr/>
                <p:nvPr/>
              </p:nvCxnSpPr>
              <p:spPr>
                <a:xfrm>
                  <a:off x="9044247" y="1599442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A430026F-7D0F-D989-3E4F-52CCB8809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35192" y="1598242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35D3E0F3-472C-2D94-FBF2-E1D2B688E2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9193874" y="1440343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5513330C-2AA3-CBE1-3161-F89212B4C8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196646" y="1750683"/>
                  <a:ext cx="232757" cy="0"/>
                </a:xfrm>
                <a:prstGeom prst="straightConnector1">
                  <a:avLst/>
                </a:prstGeom>
                <a:ln w="34925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B98367A-E398-BF75-D5BF-2294A2F8DDF3}"/>
                </a:ext>
              </a:extLst>
            </p:cNvPr>
            <p:cNvSpPr txBox="1"/>
            <p:nvPr/>
          </p:nvSpPr>
          <p:spPr>
            <a:xfrm>
              <a:off x="4918581" y="630586"/>
              <a:ext cx="7134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pubRtr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BCF6FA7-A87A-3A25-52D8-A3FBC28E7942}"/>
                </a:ext>
              </a:extLst>
            </p:cNvPr>
            <p:cNvSpPr/>
            <p:nvPr/>
          </p:nvSpPr>
          <p:spPr>
            <a:xfrm>
              <a:off x="5823027" y="970008"/>
              <a:ext cx="672273" cy="6377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136BC37-BED2-B1B3-A9D7-C86F7E5C2124}"/>
                </a:ext>
              </a:extLst>
            </p:cNvPr>
            <p:cNvSpPr txBox="1"/>
            <p:nvPr/>
          </p:nvSpPr>
          <p:spPr>
            <a:xfrm>
              <a:off x="5860635" y="619785"/>
              <a:ext cx="5934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dirty="0"/>
                <a:t>x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FC11A9A-120C-2741-9058-AE7EDADAAE89}"/>
                </a:ext>
              </a:extLst>
            </p:cNvPr>
            <p:cNvSpPr txBox="1"/>
            <p:nvPr/>
          </p:nvSpPr>
          <p:spPr>
            <a:xfrm>
              <a:off x="5736334" y="659665"/>
              <a:ext cx="8162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pubHub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2B00E56-746B-8D63-82EF-1DDCC9E001C3}"/>
                </a:ext>
              </a:extLst>
            </p:cNvPr>
            <p:cNvGrpSpPr/>
            <p:nvPr/>
          </p:nvGrpSpPr>
          <p:grpSpPr>
            <a:xfrm>
              <a:off x="7098139" y="363122"/>
              <a:ext cx="937885" cy="376594"/>
              <a:chOff x="6588404" y="483819"/>
              <a:chExt cx="937885" cy="376594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D2ACA7C-0D79-1268-45C0-A5C0064E8B5B}"/>
                  </a:ext>
                </a:extLst>
              </p:cNvPr>
              <p:cNvSpPr/>
              <p:nvPr/>
            </p:nvSpPr>
            <p:spPr>
              <a:xfrm>
                <a:off x="6627428" y="483819"/>
                <a:ext cx="866888" cy="3765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533EE1F-2220-8EC2-86FC-A554AADEB0A7}"/>
                  </a:ext>
                </a:extLst>
              </p:cNvPr>
              <p:cNvSpPr txBox="1"/>
              <p:nvPr/>
            </p:nvSpPr>
            <p:spPr>
              <a:xfrm>
                <a:off x="6588404" y="518227"/>
                <a:ext cx="9378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eudDev-0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0186A76-5320-F394-6F6A-83F130C2C8B9}"/>
                </a:ext>
              </a:extLst>
            </p:cNvPr>
            <p:cNvGrpSpPr/>
            <p:nvPr/>
          </p:nvGrpSpPr>
          <p:grpSpPr>
            <a:xfrm>
              <a:off x="7111668" y="890719"/>
              <a:ext cx="924356" cy="376594"/>
              <a:chOff x="6588404" y="483819"/>
              <a:chExt cx="924356" cy="376594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4D23FD2-988C-4679-AA73-1438E695FFCE}"/>
                  </a:ext>
                </a:extLst>
              </p:cNvPr>
              <p:cNvSpPr/>
              <p:nvPr/>
            </p:nvSpPr>
            <p:spPr>
              <a:xfrm>
                <a:off x="6627428" y="483819"/>
                <a:ext cx="866888" cy="3765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E3E8E7F-92DC-EFE4-3CE1-6B5A43D9E067}"/>
                  </a:ext>
                </a:extLst>
              </p:cNvPr>
              <p:cNvSpPr txBox="1"/>
              <p:nvPr/>
            </p:nvSpPr>
            <p:spPr>
              <a:xfrm>
                <a:off x="6588404" y="518227"/>
                <a:ext cx="9243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eudDev-1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8470E9A-D41F-386D-1702-56CFBAB81F96}"/>
                </a:ext>
              </a:extLst>
            </p:cNvPr>
            <p:cNvGrpSpPr/>
            <p:nvPr/>
          </p:nvGrpSpPr>
          <p:grpSpPr>
            <a:xfrm>
              <a:off x="7111669" y="1407437"/>
              <a:ext cx="937885" cy="376594"/>
              <a:chOff x="6588404" y="483819"/>
              <a:chExt cx="937885" cy="376594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1ADD3374-9B06-0C11-EC91-E7995A939B3D}"/>
                  </a:ext>
                </a:extLst>
              </p:cNvPr>
              <p:cNvSpPr/>
              <p:nvPr/>
            </p:nvSpPr>
            <p:spPr>
              <a:xfrm>
                <a:off x="6627428" y="483819"/>
                <a:ext cx="866888" cy="3765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D4DE73A-8E42-499B-9052-23DE0F97A3CC}"/>
                  </a:ext>
                </a:extLst>
              </p:cNvPr>
              <p:cNvSpPr txBox="1"/>
              <p:nvPr/>
            </p:nvSpPr>
            <p:spPr>
              <a:xfrm>
                <a:off x="6588404" y="518227"/>
                <a:ext cx="9378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eudDev-2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0CF11F4-6BAB-A01F-124A-73EB578D5228}"/>
                </a:ext>
              </a:extLst>
            </p:cNvPr>
            <p:cNvGrpSpPr/>
            <p:nvPr/>
          </p:nvGrpSpPr>
          <p:grpSpPr>
            <a:xfrm>
              <a:off x="7111668" y="1938110"/>
              <a:ext cx="937885" cy="376594"/>
              <a:chOff x="6588404" y="483819"/>
              <a:chExt cx="937885" cy="376594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A5D7DDF-F248-6088-2A7C-21259E224844}"/>
                  </a:ext>
                </a:extLst>
              </p:cNvPr>
              <p:cNvSpPr/>
              <p:nvPr/>
            </p:nvSpPr>
            <p:spPr>
              <a:xfrm>
                <a:off x="6627428" y="483819"/>
                <a:ext cx="866888" cy="3765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E7B1CD5-6BC8-AAF2-CEC0-71FF0B88F1BE}"/>
                  </a:ext>
                </a:extLst>
              </p:cNvPr>
              <p:cNvSpPr txBox="1"/>
              <p:nvPr/>
            </p:nvSpPr>
            <p:spPr>
              <a:xfrm>
                <a:off x="6588404" y="518227"/>
                <a:ext cx="9378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eudDev-3</a:t>
                </a:r>
              </a:p>
            </p:txBody>
          </p: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BFA0A44-857B-0B14-3FD5-47672C8FFC39}"/>
                </a:ext>
              </a:extLst>
            </p:cNvPr>
            <p:cNvCxnSpPr>
              <a:endCxn id="65" idx="1"/>
            </p:cNvCxnSpPr>
            <p:nvPr/>
          </p:nvCxnSpPr>
          <p:spPr>
            <a:xfrm flipV="1">
              <a:off x="6495300" y="551419"/>
              <a:ext cx="602839" cy="5276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02DB157-895E-DC92-E814-EC1552A9F505}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 flipV="1">
              <a:off x="6489209" y="1079016"/>
              <a:ext cx="622459" cy="1566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4AB2952-FE09-3BE1-9651-8B6906460C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5452" y="1497815"/>
              <a:ext cx="602839" cy="5276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A42A8C3-0663-1743-34CE-3DAC7CF19D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08722" y="1366293"/>
              <a:ext cx="622459" cy="1566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6A0A3D9-F22D-40C1-DDA0-1CD2BE960667}"/>
                </a:ext>
              </a:extLst>
            </p:cNvPr>
            <p:cNvCxnSpPr>
              <a:cxnSpLocks/>
              <a:stCxn id="54" idx="6"/>
              <a:endCxn id="61" idx="1"/>
            </p:cNvCxnSpPr>
            <p:nvPr/>
          </p:nvCxnSpPr>
          <p:spPr>
            <a:xfrm>
              <a:off x="5549063" y="1287864"/>
              <a:ext cx="273964" cy="1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B03E3AB-7BC7-4142-65DE-D612B0FC3370}"/>
                </a:ext>
              </a:extLst>
            </p:cNvPr>
            <p:cNvCxnSpPr>
              <a:cxnSpLocks/>
            </p:cNvCxnSpPr>
            <p:nvPr/>
          </p:nvCxnSpPr>
          <p:spPr>
            <a:xfrm>
              <a:off x="4628834" y="1300165"/>
              <a:ext cx="273964" cy="1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22D0033-827B-9F95-291C-CCA20E7EB401}"/>
                </a:ext>
              </a:extLst>
            </p:cNvPr>
            <p:cNvCxnSpPr>
              <a:cxnSpLocks/>
            </p:cNvCxnSpPr>
            <p:nvPr/>
          </p:nvCxnSpPr>
          <p:spPr>
            <a:xfrm>
              <a:off x="3640133" y="1299159"/>
              <a:ext cx="273964" cy="1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BE9BC5F-BED3-FED7-6B0B-CF3064001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4612" y="1266597"/>
              <a:ext cx="2383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9D56889-3FCF-7D24-1602-F0CB9F24D0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3989" y="1280743"/>
              <a:ext cx="2383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2C5528A-475E-4F80-8869-5B5617AEB0A1}"/>
                </a:ext>
              </a:extLst>
            </p:cNvPr>
            <p:cNvSpPr txBox="1"/>
            <p:nvPr/>
          </p:nvSpPr>
          <p:spPr>
            <a:xfrm>
              <a:off x="4040536" y="1454448"/>
              <a:ext cx="5164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HMI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4E06DDF-658B-1420-1B66-59886B4062E7}"/>
                </a:ext>
              </a:extLst>
            </p:cNvPr>
            <p:cNvSpPr txBox="1"/>
            <p:nvPr/>
          </p:nvSpPr>
          <p:spPr>
            <a:xfrm>
              <a:off x="7973934" y="418496"/>
              <a:ext cx="6960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EUD-0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E483551-3D68-9924-2601-CBBB080C5440}"/>
                </a:ext>
              </a:extLst>
            </p:cNvPr>
            <p:cNvSpPr txBox="1"/>
            <p:nvPr/>
          </p:nvSpPr>
          <p:spPr>
            <a:xfrm>
              <a:off x="1187256" y="1454050"/>
              <a:ext cx="5164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HMI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3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B32ED7-AC4B-4697-4F53-3DD7672EE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330" y="203810"/>
            <a:ext cx="1367550" cy="1367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63CBF5-1798-1E22-392F-7AD240E99ECE}"/>
              </a:ext>
            </a:extLst>
          </p:cNvPr>
          <p:cNvSpPr txBox="1"/>
          <p:nvPr/>
        </p:nvSpPr>
        <p:spPr>
          <a:xfrm>
            <a:off x="5215294" y="794103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xlsxPCES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D1B44A-EAA8-B172-D058-F7DD56ED0388}"/>
              </a:ext>
            </a:extLst>
          </p:cNvPr>
          <p:cNvSpPr txBox="1"/>
          <p:nvPr/>
        </p:nvSpPr>
        <p:spPr>
          <a:xfrm>
            <a:off x="3836771" y="2660245"/>
            <a:ext cx="1291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runConvert.py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18E123-5AD3-2127-93C9-53CD5546B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555" y="1950156"/>
            <a:ext cx="845138" cy="84513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232741-53DF-488B-1CEC-0507BA2CC2FA}"/>
              </a:ext>
            </a:extLst>
          </p:cNvPr>
          <p:cNvCxnSpPr>
            <a:cxnSpLocks/>
          </p:cNvCxnSpPr>
          <p:nvPr/>
        </p:nvCxnSpPr>
        <p:spPr>
          <a:xfrm>
            <a:off x="4965895" y="5595324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1CEBC6-F168-DF46-801A-5405A4F67A0B}"/>
              </a:ext>
            </a:extLst>
          </p:cNvPr>
          <p:cNvSpPr txBox="1"/>
          <p:nvPr/>
        </p:nvSpPr>
        <p:spPr>
          <a:xfrm>
            <a:off x="2696413" y="2660246"/>
            <a:ext cx="864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args-xlsx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7D955F-B9F0-B9CB-8CFF-0ED8C163B6D2}"/>
              </a:ext>
            </a:extLst>
          </p:cNvPr>
          <p:cNvGrpSpPr/>
          <p:nvPr/>
        </p:nvGrpSpPr>
        <p:grpSpPr>
          <a:xfrm>
            <a:off x="10163899" y="2873915"/>
            <a:ext cx="1367550" cy="1367550"/>
            <a:chOff x="2234034" y="1702515"/>
            <a:chExt cx="1367550" cy="13675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B7ED99B-4DB6-9CD7-6EEC-E25F3FE15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034" y="1702515"/>
              <a:ext cx="1367550" cy="136755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7D1F5E-F796-A2F7-0404-091EEB797F47}"/>
                </a:ext>
              </a:extLst>
            </p:cNvPr>
            <p:cNvSpPr txBox="1"/>
            <p:nvPr/>
          </p:nvSpPr>
          <p:spPr>
            <a:xfrm>
              <a:off x="2358326" y="2336032"/>
              <a:ext cx="11094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templateDir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ED160E-B916-86AF-D766-3E9EB5F1F641}"/>
              </a:ext>
            </a:extLst>
          </p:cNvPr>
          <p:cNvGrpSpPr/>
          <p:nvPr/>
        </p:nvGrpSpPr>
        <p:grpSpPr>
          <a:xfrm>
            <a:off x="10163899" y="1877625"/>
            <a:ext cx="1367550" cy="1367550"/>
            <a:chOff x="3613407" y="1702515"/>
            <a:chExt cx="1367550" cy="13675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974D0-9D62-75BA-674D-EEF370B3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3407" y="1702515"/>
              <a:ext cx="1367550" cy="136755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C2EC8A-D779-0FF0-DCBC-5208349E3C83}"/>
                </a:ext>
              </a:extLst>
            </p:cNvPr>
            <p:cNvSpPr txBox="1"/>
            <p:nvPr/>
          </p:nvSpPr>
          <p:spPr>
            <a:xfrm>
              <a:off x="3903485" y="2312407"/>
              <a:ext cx="7873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descDir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FCBC0A-3831-BCEA-4A59-C30CA6D309FF}"/>
              </a:ext>
            </a:extLst>
          </p:cNvPr>
          <p:cNvGrpSpPr/>
          <p:nvPr/>
        </p:nvGrpSpPr>
        <p:grpSpPr>
          <a:xfrm>
            <a:off x="10163899" y="877959"/>
            <a:ext cx="1367550" cy="1367550"/>
            <a:chOff x="4985330" y="1715041"/>
            <a:chExt cx="1367550" cy="13675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1372DC5-BDE6-7BC8-5EAF-62317596E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5330" y="1715041"/>
              <a:ext cx="1367550" cy="13675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70B42B-BCEE-A67D-E90C-CBDB7CC55312}"/>
                </a:ext>
              </a:extLst>
            </p:cNvPr>
            <p:cNvSpPr txBox="1"/>
            <p:nvPr/>
          </p:nvSpPr>
          <p:spPr>
            <a:xfrm>
              <a:off x="5333404" y="2324933"/>
              <a:ext cx="6714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csvDir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5C8CCE1-D813-3143-ACC0-1DD6037E7500}"/>
              </a:ext>
            </a:extLst>
          </p:cNvPr>
          <p:cNvGrpSpPr/>
          <p:nvPr/>
        </p:nvGrpSpPr>
        <p:grpSpPr>
          <a:xfrm>
            <a:off x="10163899" y="3887090"/>
            <a:ext cx="1367550" cy="1367550"/>
            <a:chOff x="10186930" y="3778917"/>
            <a:chExt cx="1367550" cy="136755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463FDE-BB27-1135-22C6-C424CF239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86930" y="3778917"/>
              <a:ext cx="1367550" cy="13675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7510A6-C4E3-B681-31DC-63EF7BF65C2E}"/>
                </a:ext>
              </a:extLst>
            </p:cNvPr>
            <p:cNvSpPr txBox="1"/>
            <p:nvPr/>
          </p:nvSpPr>
          <p:spPr>
            <a:xfrm>
              <a:off x="10486941" y="4398894"/>
              <a:ext cx="788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working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F7C3C8-0AE5-AA9A-CEB2-46315441815B}"/>
              </a:ext>
            </a:extLst>
          </p:cNvPr>
          <p:cNvCxnSpPr>
            <a:cxnSpLocks/>
          </p:cNvCxnSpPr>
          <p:nvPr/>
        </p:nvCxnSpPr>
        <p:spPr>
          <a:xfrm flipV="1">
            <a:off x="8616299" y="1810658"/>
            <a:ext cx="0" cy="267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EC5602-148A-12D1-C8E1-678DFAEA6B7A}"/>
              </a:ext>
            </a:extLst>
          </p:cNvPr>
          <p:cNvCxnSpPr>
            <a:cxnSpLocks/>
          </p:cNvCxnSpPr>
          <p:nvPr/>
        </p:nvCxnSpPr>
        <p:spPr>
          <a:xfrm>
            <a:off x="9816270" y="1276647"/>
            <a:ext cx="0" cy="4016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713FE7-FA21-2B6A-5573-204E753BA28A}"/>
              </a:ext>
            </a:extLst>
          </p:cNvPr>
          <p:cNvCxnSpPr>
            <a:cxnSpLocks/>
          </p:cNvCxnSpPr>
          <p:nvPr/>
        </p:nvCxnSpPr>
        <p:spPr>
          <a:xfrm>
            <a:off x="3137921" y="1795628"/>
            <a:ext cx="6675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BB05532-D6DE-892E-8990-91B1ECD229C1}"/>
              </a:ext>
            </a:extLst>
          </p:cNvPr>
          <p:cNvGrpSpPr/>
          <p:nvPr/>
        </p:nvGrpSpPr>
        <p:grpSpPr>
          <a:xfrm>
            <a:off x="5603366" y="1822828"/>
            <a:ext cx="1367550" cy="1367550"/>
            <a:chOff x="2234034" y="1702515"/>
            <a:chExt cx="1367550" cy="136755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A4F20DB-3930-DE5E-D1C9-698F1BD2C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034" y="1702515"/>
              <a:ext cx="1367550" cy="136755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FD2E68-AAF5-0992-633B-EAF02D997DAE}"/>
                </a:ext>
              </a:extLst>
            </p:cNvPr>
            <p:cNvSpPr txBox="1"/>
            <p:nvPr/>
          </p:nvSpPr>
          <p:spPr>
            <a:xfrm>
              <a:off x="2533440" y="2312406"/>
              <a:ext cx="7687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convert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54A227-4823-F312-D2FA-66B5D46CADD4}"/>
              </a:ext>
            </a:extLst>
          </p:cNvPr>
          <p:cNvGrpSpPr/>
          <p:nvPr/>
        </p:nvGrpSpPr>
        <p:grpSpPr>
          <a:xfrm>
            <a:off x="8177251" y="1858605"/>
            <a:ext cx="1367550" cy="1367550"/>
            <a:chOff x="2234034" y="1702515"/>
            <a:chExt cx="1367550" cy="136755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E09457D-96AA-970D-3FDB-15CDE92ED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034" y="1702515"/>
              <a:ext cx="1367550" cy="136755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A36C21-2D18-6225-C8B2-18B497767AD2}"/>
                </a:ext>
              </a:extLst>
            </p:cNvPr>
            <p:cNvSpPr txBox="1"/>
            <p:nvPr/>
          </p:nvSpPr>
          <p:spPr>
            <a:xfrm>
              <a:off x="2450630" y="2332482"/>
              <a:ext cx="9343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examples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3E394F-FF6B-64C6-88A2-683C3EC5C9C4}"/>
              </a:ext>
            </a:extLst>
          </p:cNvPr>
          <p:cNvGrpSpPr/>
          <p:nvPr/>
        </p:nvGrpSpPr>
        <p:grpSpPr>
          <a:xfrm>
            <a:off x="10163899" y="4900265"/>
            <a:ext cx="1367550" cy="1367550"/>
            <a:chOff x="6448441" y="1715041"/>
            <a:chExt cx="1367550" cy="136755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15DF058-23AE-920E-B9D5-BDCE710E7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8441" y="1715041"/>
              <a:ext cx="1367550" cy="136755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875D1A2-5DB9-AC3A-8BA6-6B8DE2A570D3}"/>
                </a:ext>
              </a:extLst>
            </p:cNvPr>
            <p:cNvSpPr txBox="1"/>
            <p:nvPr/>
          </p:nvSpPr>
          <p:spPr>
            <a:xfrm>
              <a:off x="6737781" y="2324933"/>
              <a:ext cx="788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yamlDir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51E40EB-059A-8B4F-0747-41F2847C157D}"/>
              </a:ext>
            </a:extLst>
          </p:cNvPr>
          <p:cNvCxnSpPr>
            <a:cxnSpLocks/>
          </p:cNvCxnSpPr>
          <p:nvPr/>
        </p:nvCxnSpPr>
        <p:spPr>
          <a:xfrm flipV="1">
            <a:off x="6272100" y="2975357"/>
            <a:ext cx="15040" cy="2779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B487574-9D24-241F-714C-631716848C76}"/>
              </a:ext>
            </a:extLst>
          </p:cNvPr>
          <p:cNvCxnSpPr>
            <a:cxnSpLocks/>
          </p:cNvCxnSpPr>
          <p:nvPr/>
        </p:nvCxnSpPr>
        <p:spPr>
          <a:xfrm flipH="1">
            <a:off x="9813901" y="5293442"/>
            <a:ext cx="433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F3ABE2-127D-67DF-0E7F-2E9B6F848C02}"/>
              </a:ext>
            </a:extLst>
          </p:cNvPr>
          <p:cNvCxnSpPr>
            <a:cxnSpLocks/>
          </p:cNvCxnSpPr>
          <p:nvPr/>
        </p:nvCxnSpPr>
        <p:spPr>
          <a:xfrm flipH="1">
            <a:off x="9813901" y="4242804"/>
            <a:ext cx="433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55B23C0-9CCD-2193-E3B3-F1AF525CADE4}"/>
              </a:ext>
            </a:extLst>
          </p:cNvPr>
          <p:cNvCxnSpPr>
            <a:cxnSpLocks/>
          </p:cNvCxnSpPr>
          <p:nvPr/>
        </p:nvCxnSpPr>
        <p:spPr>
          <a:xfrm flipH="1">
            <a:off x="9813901" y="3245175"/>
            <a:ext cx="433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29D0A69-63F5-5F97-38FA-D49130CE80C4}"/>
              </a:ext>
            </a:extLst>
          </p:cNvPr>
          <p:cNvCxnSpPr>
            <a:cxnSpLocks/>
          </p:cNvCxnSpPr>
          <p:nvPr/>
        </p:nvCxnSpPr>
        <p:spPr>
          <a:xfrm flipH="1">
            <a:off x="9813901" y="2251298"/>
            <a:ext cx="433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0679C-E122-4B91-EE3A-BBDC969E9642}"/>
              </a:ext>
            </a:extLst>
          </p:cNvPr>
          <p:cNvCxnSpPr>
            <a:cxnSpLocks/>
          </p:cNvCxnSpPr>
          <p:nvPr/>
        </p:nvCxnSpPr>
        <p:spPr>
          <a:xfrm flipH="1">
            <a:off x="9813901" y="1276647"/>
            <a:ext cx="4339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566D8B1-036B-B370-B035-873E1F4CF1CE}"/>
              </a:ext>
            </a:extLst>
          </p:cNvPr>
          <p:cNvCxnSpPr>
            <a:cxnSpLocks/>
          </p:cNvCxnSpPr>
          <p:nvPr/>
        </p:nvCxnSpPr>
        <p:spPr>
          <a:xfrm flipV="1">
            <a:off x="5898704" y="1810658"/>
            <a:ext cx="0" cy="267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0B2122F-38FF-7992-1F86-978459C9AA88}"/>
              </a:ext>
            </a:extLst>
          </p:cNvPr>
          <p:cNvCxnSpPr>
            <a:cxnSpLocks/>
          </p:cNvCxnSpPr>
          <p:nvPr/>
        </p:nvCxnSpPr>
        <p:spPr>
          <a:xfrm flipV="1">
            <a:off x="4287817" y="1795346"/>
            <a:ext cx="0" cy="267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44C603-7A60-AB3F-DD16-FD44B828EBAD}"/>
              </a:ext>
            </a:extLst>
          </p:cNvPr>
          <p:cNvCxnSpPr>
            <a:cxnSpLocks/>
          </p:cNvCxnSpPr>
          <p:nvPr/>
        </p:nvCxnSpPr>
        <p:spPr>
          <a:xfrm flipV="1">
            <a:off x="3137921" y="1795628"/>
            <a:ext cx="0" cy="267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8EB02DF-F40C-50C0-7470-69BDD32FFD82}"/>
              </a:ext>
            </a:extLst>
          </p:cNvPr>
          <p:cNvGrpSpPr/>
          <p:nvPr/>
        </p:nvGrpSpPr>
        <p:grpSpPr>
          <a:xfrm>
            <a:off x="4111139" y="2053483"/>
            <a:ext cx="649295" cy="649295"/>
            <a:chOff x="2238385" y="5218104"/>
            <a:chExt cx="649295" cy="64929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7C315E0-60D0-716A-DF6F-1E8B502A6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7A4FB427-8C80-4678-8515-E44D0782E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D4EA224-AC61-61E9-842C-E8B57D156D89}"/>
              </a:ext>
            </a:extLst>
          </p:cNvPr>
          <p:cNvGrpSpPr/>
          <p:nvPr/>
        </p:nvGrpSpPr>
        <p:grpSpPr>
          <a:xfrm>
            <a:off x="5434564" y="3390949"/>
            <a:ext cx="649295" cy="649295"/>
            <a:chOff x="2238385" y="5218104"/>
            <a:chExt cx="649295" cy="649295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CDBBFB68-0A35-B1C7-4B0A-028EA00BE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748B15B-4972-37A2-54CC-A9250E2DF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ED494FA-2188-65FD-715F-E4019EBF1683}"/>
              </a:ext>
            </a:extLst>
          </p:cNvPr>
          <p:cNvCxnSpPr>
            <a:cxnSpLocks/>
          </p:cNvCxnSpPr>
          <p:nvPr/>
        </p:nvCxnSpPr>
        <p:spPr>
          <a:xfrm>
            <a:off x="6005547" y="3715597"/>
            <a:ext cx="281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4191003-1DA9-4BF4-BDF6-2E9FAC1D0E1D}"/>
              </a:ext>
            </a:extLst>
          </p:cNvPr>
          <p:cNvGrpSpPr/>
          <p:nvPr/>
        </p:nvGrpSpPr>
        <p:grpSpPr>
          <a:xfrm>
            <a:off x="6480907" y="3114568"/>
            <a:ext cx="649295" cy="649295"/>
            <a:chOff x="2238385" y="5218104"/>
            <a:chExt cx="649295" cy="649295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FB779BF-B829-EEAA-561D-2720D51DC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700FA6E5-88C6-C258-998B-CAD61CBB3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C75B6A-1776-7B6A-9371-66B85448B2FE}"/>
              </a:ext>
            </a:extLst>
          </p:cNvPr>
          <p:cNvCxnSpPr>
            <a:cxnSpLocks/>
          </p:cNvCxnSpPr>
          <p:nvPr/>
        </p:nvCxnSpPr>
        <p:spPr>
          <a:xfrm>
            <a:off x="6277016" y="3439216"/>
            <a:ext cx="281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1A13DEC-22C7-E4E7-B6F5-81E93D3C1F5E}"/>
              </a:ext>
            </a:extLst>
          </p:cNvPr>
          <p:cNvCxnSpPr>
            <a:cxnSpLocks/>
          </p:cNvCxnSpPr>
          <p:nvPr/>
        </p:nvCxnSpPr>
        <p:spPr>
          <a:xfrm>
            <a:off x="2696413" y="3190378"/>
            <a:ext cx="3590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4F12B46-FC3B-D658-0BDA-C148E62BB664}"/>
              </a:ext>
            </a:extLst>
          </p:cNvPr>
          <p:cNvCxnSpPr>
            <a:cxnSpLocks/>
          </p:cNvCxnSpPr>
          <p:nvPr/>
        </p:nvCxnSpPr>
        <p:spPr>
          <a:xfrm flipV="1">
            <a:off x="2699088" y="3192010"/>
            <a:ext cx="0" cy="267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E87E895-18C9-6CB2-767F-86E2CC29E547}"/>
              </a:ext>
            </a:extLst>
          </p:cNvPr>
          <p:cNvGrpSpPr/>
          <p:nvPr/>
        </p:nvGrpSpPr>
        <p:grpSpPr>
          <a:xfrm>
            <a:off x="2349131" y="3230757"/>
            <a:ext cx="1367550" cy="1367550"/>
            <a:chOff x="2234034" y="1702515"/>
            <a:chExt cx="1367550" cy="1367550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1DE86157-24B5-E6A5-4BE2-FCAC11650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4034" y="1702515"/>
              <a:ext cx="1367550" cy="1367550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7681369-028E-CC30-25AA-A4F4F12A44F7}"/>
                </a:ext>
              </a:extLst>
            </p:cNvPr>
            <p:cNvSpPr txBox="1"/>
            <p:nvPr/>
          </p:nvSpPr>
          <p:spPr>
            <a:xfrm>
              <a:off x="2651407" y="2306665"/>
              <a:ext cx="5101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args</a:t>
              </a:r>
            </a:p>
          </p:txBody>
        </p:sp>
      </p:grpSp>
      <p:pic>
        <p:nvPicPr>
          <p:cNvPr id="84" name="Picture 83">
            <a:extLst>
              <a:ext uri="{FF2B5EF4-FFF2-40B4-BE49-F238E27FC236}">
                <a16:creationId xmlns:a16="http://schemas.microsoft.com/office/drawing/2014/main" id="{10998DC4-CEAD-EE28-A29D-0C5B1A39F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695" y="2967250"/>
            <a:ext cx="845138" cy="845138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33BD1063-26A1-B4F5-C2EB-71416C79CA1A}"/>
              </a:ext>
            </a:extLst>
          </p:cNvPr>
          <p:cNvSpPr txBox="1"/>
          <p:nvPr/>
        </p:nvSpPr>
        <p:spPr>
          <a:xfrm>
            <a:off x="6324808" y="3710983"/>
            <a:ext cx="1250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convert-cp.py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2C8D3E-E93F-055B-60C0-ECFFEB0B8C2F}"/>
              </a:ext>
            </a:extLst>
          </p:cNvPr>
          <p:cNvSpPr txBox="1"/>
          <p:nvPr/>
        </p:nvSpPr>
        <p:spPr>
          <a:xfrm>
            <a:off x="6324808" y="4683503"/>
            <a:ext cx="2019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convert-</a:t>
            </a:r>
            <a:r>
              <a:rPr lang="en-US" sz="1400" dirty="0" err="1"/>
              <a:t>experiments.py</a:t>
            </a:r>
            <a:endParaRPr lang="en-US" sz="1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EE86679-C913-F7B2-6A5A-47886923BFDB}"/>
              </a:ext>
            </a:extLst>
          </p:cNvPr>
          <p:cNvSpPr txBox="1"/>
          <p:nvPr/>
        </p:nvSpPr>
        <p:spPr>
          <a:xfrm>
            <a:off x="4892316" y="3988795"/>
            <a:ext cx="1413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convert-</a:t>
            </a:r>
            <a:r>
              <a:rPr lang="en-US" sz="1400" dirty="0" err="1"/>
              <a:t>exec.py</a:t>
            </a:r>
            <a:endParaRPr lang="en-US" sz="14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324EDE-510D-2ED0-E505-2977286BC550}"/>
              </a:ext>
            </a:extLst>
          </p:cNvPr>
          <p:cNvSpPr txBox="1"/>
          <p:nvPr/>
        </p:nvSpPr>
        <p:spPr>
          <a:xfrm>
            <a:off x="4894047" y="6044560"/>
            <a:ext cx="14117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convert-</a:t>
            </a:r>
            <a:r>
              <a:rPr lang="en-US" sz="1400" dirty="0" err="1"/>
              <a:t>topo.py</a:t>
            </a:r>
            <a:endParaRPr lang="en-US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B627F89-27EB-9143-8E0E-97617312E3EA}"/>
              </a:ext>
            </a:extLst>
          </p:cNvPr>
          <p:cNvSpPr txBox="1"/>
          <p:nvPr/>
        </p:nvSpPr>
        <p:spPr>
          <a:xfrm>
            <a:off x="6324808" y="5715590"/>
            <a:ext cx="1406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convert-</a:t>
            </a:r>
            <a:r>
              <a:rPr lang="en-US" sz="1400" dirty="0" err="1"/>
              <a:t>map.py</a:t>
            </a:r>
            <a:endParaRPr lang="en-US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8BA0DE9-8882-AAF0-EDD0-F8BA32AA9838}"/>
              </a:ext>
            </a:extLst>
          </p:cNvPr>
          <p:cNvSpPr txBox="1"/>
          <p:nvPr/>
        </p:nvSpPr>
        <p:spPr>
          <a:xfrm>
            <a:off x="4408145" y="4968318"/>
            <a:ext cx="1897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convert-</a:t>
            </a:r>
            <a:r>
              <a:rPr lang="en-US" sz="1400" dirty="0" err="1"/>
              <a:t>netparams.py</a:t>
            </a:r>
            <a:endParaRPr lang="en-US" sz="14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946D932-D133-7AA3-2B92-0013058C50AC}"/>
              </a:ext>
            </a:extLst>
          </p:cNvPr>
          <p:cNvGrpSpPr/>
          <p:nvPr/>
        </p:nvGrpSpPr>
        <p:grpSpPr>
          <a:xfrm>
            <a:off x="6506265" y="4059435"/>
            <a:ext cx="649295" cy="649295"/>
            <a:chOff x="2238385" y="5218104"/>
            <a:chExt cx="649295" cy="649295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051C01A-CA6A-EEDE-3799-579106BDD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532F75F-4B74-72FB-32F4-CE5E3EBC1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421ED31-1F87-9826-02A2-B7784A71F3EF}"/>
              </a:ext>
            </a:extLst>
          </p:cNvPr>
          <p:cNvCxnSpPr>
            <a:cxnSpLocks/>
          </p:cNvCxnSpPr>
          <p:nvPr/>
        </p:nvCxnSpPr>
        <p:spPr>
          <a:xfrm>
            <a:off x="6302374" y="4384083"/>
            <a:ext cx="281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08CF391-3481-79A7-FC16-90B6F7158A18}"/>
              </a:ext>
            </a:extLst>
          </p:cNvPr>
          <p:cNvSpPr txBox="1"/>
          <p:nvPr/>
        </p:nvSpPr>
        <p:spPr>
          <a:xfrm>
            <a:off x="1482853" y="3633209"/>
            <a:ext cx="766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args-cp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1EB0A34-17BE-569B-E5E1-6F3BA1814BF7}"/>
              </a:ext>
            </a:extLst>
          </p:cNvPr>
          <p:cNvGrpSpPr/>
          <p:nvPr/>
        </p:nvGrpSpPr>
        <p:grpSpPr>
          <a:xfrm>
            <a:off x="5427381" y="4373839"/>
            <a:ext cx="649295" cy="649295"/>
            <a:chOff x="2238385" y="5218104"/>
            <a:chExt cx="649295" cy="649295"/>
          </a:xfrm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88F81E8D-EE8B-E68C-5E28-E9761FD74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6AB186E8-E246-A230-2E07-D56F07DA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FFCEF09-EE6D-0283-E199-D71D5725CF83}"/>
              </a:ext>
            </a:extLst>
          </p:cNvPr>
          <p:cNvCxnSpPr>
            <a:cxnSpLocks/>
          </p:cNvCxnSpPr>
          <p:nvPr/>
        </p:nvCxnSpPr>
        <p:spPr>
          <a:xfrm>
            <a:off x="5998364" y="4698487"/>
            <a:ext cx="281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4F0B044-5C5E-EC9B-D04E-8BE8F392F8A9}"/>
              </a:ext>
            </a:extLst>
          </p:cNvPr>
          <p:cNvGrpSpPr/>
          <p:nvPr/>
        </p:nvGrpSpPr>
        <p:grpSpPr>
          <a:xfrm>
            <a:off x="6497359" y="5105732"/>
            <a:ext cx="649295" cy="649295"/>
            <a:chOff x="2238385" y="5218104"/>
            <a:chExt cx="649295" cy="649295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100CFC0-EFAC-3772-A669-9E2BE2267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0AC08CA-16F0-CC68-C066-8E49D582F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80C3905-8F96-559F-706F-C39F9BF50D4C}"/>
              </a:ext>
            </a:extLst>
          </p:cNvPr>
          <p:cNvCxnSpPr>
            <a:cxnSpLocks/>
          </p:cNvCxnSpPr>
          <p:nvPr/>
        </p:nvCxnSpPr>
        <p:spPr>
          <a:xfrm>
            <a:off x="6293468" y="5430380"/>
            <a:ext cx="281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AF446B9-FF8D-2416-8740-CEE4C8C5D06D}"/>
              </a:ext>
            </a:extLst>
          </p:cNvPr>
          <p:cNvGrpSpPr/>
          <p:nvPr/>
        </p:nvGrpSpPr>
        <p:grpSpPr>
          <a:xfrm>
            <a:off x="5429648" y="5429737"/>
            <a:ext cx="649295" cy="649295"/>
            <a:chOff x="2238385" y="5218104"/>
            <a:chExt cx="649295" cy="649295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A64B967D-BC1C-8DF9-643C-5729BEBCB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3797" y="5465131"/>
              <a:ext cx="338470" cy="338470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C8327E3C-C0F8-3C2E-D928-2211AFDE9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8385" y="5218104"/>
              <a:ext cx="649295" cy="649295"/>
            </a:xfrm>
            <a:prstGeom prst="rect">
              <a:avLst/>
            </a:prstGeom>
          </p:spPr>
        </p:pic>
      </p:grp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F1B7501-72C3-58F7-BE7E-EA73CAD894C1}"/>
              </a:ext>
            </a:extLst>
          </p:cNvPr>
          <p:cNvCxnSpPr>
            <a:cxnSpLocks/>
          </p:cNvCxnSpPr>
          <p:nvPr/>
        </p:nvCxnSpPr>
        <p:spPr>
          <a:xfrm>
            <a:off x="6000631" y="5754385"/>
            <a:ext cx="281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E61B056F-29AB-D980-2D3D-D81830739A16}"/>
              </a:ext>
            </a:extLst>
          </p:cNvPr>
          <p:cNvSpPr txBox="1"/>
          <p:nvPr/>
        </p:nvSpPr>
        <p:spPr>
          <a:xfrm>
            <a:off x="1333289" y="4543528"/>
            <a:ext cx="929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args-exec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F0EDC61-A420-9B9C-BE0E-724686CD4EDB}"/>
              </a:ext>
            </a:extLst>
          </p:cNvPr>
          <p:cNvSpPr txBox="1"/>
          <p:nvPr/>
        </p:nvSpPr>
        <p:spPr>
          <a:xfrm>
            <a:off x="680464" y="5407021"/>
            <a:ext cx="1532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args-experiments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7BFBA28-3670-2130-9CC2-DC249521214F}"/>
              </a:ext>
            </a:extLst>
          </p:cNvPr>
          <p:cNvSpPr txBox="1"/>
          <p:nvPr/>
        </p:nvSpPr>
        <p:spPr>
          <a:xfrm>
            <a:off x="3143378" y="5407021"/>
            <a:ext cx="1410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args-netparams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0CF9FDC-CA4E-0C09-DB23-C30EF9E5C574}"/>
              </a:ext>
            </a:extLst>
          </p:cNvPr>
          <p:cNvSpPr txBox="1"/>
          <p:nvPr/>
        </p:nvSpPr>
        <p:spPr>
          <a:xfrm>
            <a:off x="2242416" y="5407021"/>
            <a:ext cx="922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args-map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BA4910B-256F-C6FF-83D7-AE8651637BF8}"/>
              </a:ext>
            </a:extLst>
          </p:cNvPr>
          <p:cNvSpPr txBox="1"/>
          <p:nvPr/>
        </p:nvSpPr>
        <p:spPr>
          <a:xfrm>
            <a:off x="3664376" y="4065773"/>
            <a:ext cx="927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args-topo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63198D5-8B21-72C6-5B6D-6359CEF88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082" y="3880669"/>
            <a:ext cx="845138" cy="84513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4AD07565-0597-30A0-6CB6-92F7D3EC5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09" y="4726507"/>
            <a:ext cx="845138" cy="845138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AA71A8D8-3AAE-FAED-E1AA-01B4D2810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616" y="4726507"/>
            <a:ext cx="845138" cy="845138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05473FC2-359B-864B-7618-C36303406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227" y="4726507"/>
            <a:ext cx="845138" cy="845138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32DEEF14-C6B1-9BB3-C2C4-28154F9A2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585" y="3374524"/>
            <a:ext cx="845138" cy="845138"/>
          </a:xfrm>
          <a:prstGeom prst="rect">
            <a:avLst/>
          </a:prstGeom>
        </p:spPr>
      </p:pic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774EC32-AAFB-0117-A116-9840FC84C2CB}"/>
              </a:ext>
            </a:extLst>
          </p:cNvPr>
          <p:cNvCxnSpPr>
            <a:cxnSpLocks/>
          </p:cNvCxnSpPr>
          <p:nvPr/>
        </p:nvCxnSpPr>
        <p:spPr>
          <a:xfrm>
            <a:off x="2067538" y="3544803"/>
            <a:ext cx="4523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D960E1C-FB7E-3CA3-F922-9C9323A99D86}"/>
              </a:ext>
            </a:extLst>
          </p:cNvPr>
          <p:cNvCxnSpPr>
            <a:cxnSpLocks/>
          </p:cNvCxnSpPr>
          <p:nvPr/>
        </p:nvCxnSpPr>
        <p:spPr>
          <a:xfrm>
            <a:off x="2084097" y="4193420"/>
            <a:ext cx="4358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9236B4F-1102-CB05-BAC9-E07B327BEA27}"/>
              </a:ext>
            </a:extLst>
          </p:cNvPr>
          <p:cNvCxnSpPr>
            <a:cxnSpLocks/>
          </p:cNvCxnSpPr>
          <p:nvPr/>
        </p:nvCxnSpPr>
        <p:spPr>
          <a:xfrm flipV="1">
            <a:off x="2118216" y="4314196"/>
            <a:ext cx="437399" cy="662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A1A5F57-B7C6-E259-59AC-14631A3EF097}"/>
              </a:ext>
            </a:extLst>
          </p:cNvPr>
          <p:cNvCxnSpPr>
            <a:cxnSpLocks/>
          </p:cNvCxnSpPr>
          <p:nvPr/>
        </p:nvCxnSpPr>
        <p:spPr>
          <a:xfrm>
            <a:off x="2696185" y="4347308"/>
            <a:ext cx="0" cy="4900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A413A2DA-21B0-F634-4B67-80B67FE81EC7}"/>
              </a:ext>
            </a:extLst>
          </p:cNvPr>
          <p:cNvCxnSpPr>
            <a:cxnSpLocks/>
          </p:cNvCxnSpPr>
          <p:nvPr/>
        </p:nvCxnSpPr>
        <p:spPr>
          <a:xfrm>
            <a:off x="3390845" y="4384083"/>
            <a:ext cx="0" cy="453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AA48A10-B90A-C7D6-363D-552F67BD5688}"/>
              </a:ext>
            </a:extLst>
          </p:cNvPr>
          <p:cNvCxnSpPr>
            <a:cxnSpLocks/>
          </p:cNvCxnSpPr>
          <p:nvPr/>
        </p:nvCxnSpPr>
        <p:spPr>
          <a:xfrm>
            <a:off x="3605458" y="3864871"/>
            <a:ext cx="231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0AA8160-E84F-EDE2-7753-D13B3EDD7EA4}"/>
              </a:ext>
            </a:extLst>
          </p:cNvPr>
          <p:cNvCxnSpPr>
            <a:cxnSpLocks/>
          </p:cNvCxnSpPr>
          <p:nvPr/>
        </p:nvCxnSpPr>
        <p:spPr>
          <a:xfrm flipV="1">
            <a:off x="5603366" y="1304272"/>
            <a:ext cx="0" cy="491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4D6667C3-9CCB-270A-6009-3B0E4FEF8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629" y="3093566"/>
            <a:ext cx="636245" cy="636245"/>
          </a:xfrm>
          <a:prstGeom prst="rect">
            <a:avLst/>
          </a:prstGeom>
        </p:spPr>
      </p:pic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DFC88A9-BAAE-26C4-4102-46E50F0AA808}"/>
              </a:ext>
            </a:extLst>
          </p:cNvPr>
          <p:cNvCxnSpPr>
            <a:cxnSpLocks/>
          </p:cNvCxnSpPr>
          <p:nvPr/>
        </p:nvCxnSpPr>
        <p:spPr>
          <a:xfrm flipV="1">
            <a:off x="9267584" y="2930771"/>
            <a:ext cx="0" cy="3028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754F8DD-1BB4-348D-D0E1-0E99D4948632}"/>
              </a:ext>
            </a:extLst>
          </p:cNvPr>
          <p:cNvCxnSpPr>
            <a:cxnSpLocks/>
          </p:cNvCxnSpPr>
          <p:nvPr/>
        </p:nvCxnSpPr>
        <p:spPr>
          <a:xfrm>
            <a:off x="9112102" y="3429000"/>
            <a:ext cx="1554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074950-578C-B849-ACB4-3B14742EFA35}"/>
              </a:ext>
            </a:extLst>
          </p:cNvPr>
          <p:cNvGrpSpPr/>
          <p:nvPr/>
        </p:nvGrpSpPr>
        <p:grpSpPr>
          <a:xfrm>
            <a:off x="8518099" y="3906679"/>
            <a:ext cx="734445" cy="636245"/>
            <a:chOff x="8518099" y="3906679"/>
            <a:chExt cx="734445" cy="636245"/>
          </a:xfrm>
        </p:grpSpPr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D4D9AAF7-44B7-D164-CEF0-C5CF9C91E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18099" y="3906679"/>
              <a:ext cx="636245" cy="636245"/>
            </a:xfrm>
            <a:prstGeom prst="rect">
              <a:avLst/>
            </a:prstGeom>
          </p:spPr>
        </p:pic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40BFEDB-ADB6-C280-FD63-D2B830C6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097062" y="4269981"/>
              <a:ext cx="1554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06DF8BC-B2D2-67FF-5084-DAEE67A50403}"/>
              </a:ext>
            </a:extLst>
          </p:cNvPr>
          <p:cNvGrpSpPr/>
          <p:nvPr/>
        </p:nvGrpSpPr>
        <p:grpSpPr>
          <a:xfrm>
            <a:off x="8533139" y="4770776"/>
            <a:ext cx="734445" cy="636245"/>
            <a:chOff x="8518099" y="3970477"/>
            <a:chExt cx="734445" cy="636245"/>
          </a:xfrm>
        </p:grpSpPr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0C49DE2D-88B5-9CEE-BDA9-DC356CF52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18099" y="3970477"/>
              <a:ext cx="636245" cy="636245"/>
            </a:xfrm>
            <a:prstGeom prst="rect">
              <a:avLst/>
            </a:prstGeom>
          </p:spPr>
        </p:pic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6173FDA-CCA0-89B0-C1A1-F90B6BB83D7A}"/>
                </a:ext>
              </a:extLst>
            </p:cNvPr>
            <p:cNvCxnSpPr>
              <a:cxnSpLocks/>
            </p:cNvCxnSpPr>
            <p:nvPr/>
          </p:nvCxnSpPr>
          <p:spPr>
            <a:xfrm>
              <a:off x="9097062" y="4323146"/>
              <a:ext cx="1554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EA20AB11-DF7E-45C7-9111-76AEBC021281}"/>
              </a:ext>
            </a:extLst>
          </p:cNvPr>
          <p:cNvSpPr txBox="1"/>
          <p:nvPr/>
        </p:nvSpPr>
        <p:spPr>
          <a:xfrm>
            <a:off x="7930855" y="3651416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embedded.xlsx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0ADB20B-2F27-B905-455E-1B7C1A9EDDE2}"/>
              </a:ext>
            </a:extLst>
          </p:cNvPr>
          <p:cNvSpPr txBox="1"/>
          <p:nvPr/>
        </p:nvSpPr>
        <p:spPr>
          <a:xfrm>
            <a:off x="8056569" y="4464370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queueing.xlsx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9EF4FB0-942F-2826-16E1-DDD28986791C}"/>
              </a:ext>
            </a:extLst>
          </p:cNvPr>
          <p:cNvSpPr txBox="1"/>
          <p:nvPr/>
        </p:nvSpPr>
        <p:spPr>
          <a:xfrm>
            <a:off x="8344592" y="5311105"/>
            <a:ext cx="909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euds.xlsx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7B702E4-DA37-A696-54EA-3C03A9121D4F}"/>
              </a:ext>
            </a:extLst>
          </p:cNvPr>
          <p:cNvGrpSpPr/>
          <p:nvPr/>
        </p:nvGrpSpPr>
        <p:grpSpPr>
          <a:xfrm>
            <a:off x="8535373" y="5595602"/>
            <a:ext cx="734445" cy="636245"/>
            <a:chOff x="8518099" y="3970477"/>
            <a:chExt cx="734445" cy="636245"/>
          </a:xfrm>
        </p:grpSpPr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1A4E7896-5666-3239-67F7-36C1D1121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18099" y="3970477"/>
              <a:ext cx="636245" cy="636245"/>
            </a:xfrm>
            <a:prstGeom prst="rect">
              <a:avLst/>
            </a:prstGeom>
          </p:spPr>
        </p:pic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7797AA3-FE9D-8184-CE4B-5850ADDEC572}"/>
                </a:ext>
              </a:extLst>
            </p:cNvPr>
            <p:cNvCxnSpPr>
              <a:cxnSpLocks/>
            </p:cNvCxnSpPr>
            <p:nvPr/>
          </p:nvCxnSpPr>
          <p:spPr>
            <a:xfrm>
              <a:off x="9097062" y="4323146"/>
              <a:ext cx="1554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68410DA9-5DD7-675E-A15F-2CC026275B3B}"/>
              </a:ext>
            </a:extLst>
          </p:cNvPr>
          <p:cNvSpPr txBox="1"/>
          <p:nvPr/>
        </p:nvSpPr>
        <p:spPr>
          <a:xfrm>
            <a:off x="8344592" y="6129740"/>
            <a:ext cx="122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template.xlsx</a:t>
            </a:r>
          </a:p>
        </p:txBody>
      </p:sp>
    </p:spTree>
    <p:extLst>
      <p:ext uri="{BB962C8B-B14F-4D97-AF65-F5344CB8AC3E}">
        <p14:creationId xmlns:p14="http://schemas.microsoft.com/office/powerpoint/2010/main" val="1120429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E6F52B36-0948-7C0C-C9B9-8348919A4025}"/>
              </a:ext>
            </a:extLst>
          </p:cNvPr>
          <p:cNvSpPr/>
          <p:nvPr/>
        </p:nvSpPr>
        <p:spPr>
          <a:xfrm>
            <a:off x="4092890" y="481147"/>
            <a:ext cx="1347789" cy="30777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31F9A8-9442-7DF6-DBB1-C2744604C167}"/>
              </a:ext>
            </a:extLst>
          </p:cNvPr>
          <p:cNvSpPr/>
          <p:nvPr/>
        </p:nvSpPr>
        <p:spPr>
          <a:xfrm>
            <a:off x="1424940" y="457614"/>
            <a:ext cx="1410337" cy="30777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3C27B-9612-C66B-F9CD-21AFFF6B7588}"/>
              </a:ext>
            </a:extLst>
          </p:cNvPr>
          <p:cNvSpPr/>
          <p:nvPr/>
        </p:nvSpPr>
        <p:spPr>
          <a:xfrm>
            <a:off x="1166321" y="1079031"/>
            <a:ext cx="737528" cy="376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08E002-BA68-2E89-B8EF-EF348D74D761}"/>
              </a:ext>
            </a:extLst>
          </p:cNvPr>
          <p:cNvSpPr txBox="1"/>
          <p:nvPr/>
        </p:nvSpPr>
        <p:spPr>
          <a:xfrm>
            <a:off x="1126453" y="1112709"/>
            <a:ext cx="765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WE_src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1D3C1F-53F5-AC31-C596-B803EA94CC82}"/>
              </a:ext>
            </a:extLst>
          </p:cNvPr>
          <p:cNvSpPr/>
          <p:nvPr/>
        </p:nvSpPr>
        <p:spPr>
          <a:xfrm>
            <a:off x="2062340" y="925127"/>
            <a:ext cx="823242" cy="6949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9FBD4B-E33A-6326-18BD-353EB28D0ED6}"/>
              </a:ext>
            </a:extLst>
          </p:cNvPr>
          <p:cNvSpPr txBox="1"/>
          <p:nvPr/>
        </p:nvSpPr>
        <p:spPr>
          <a:xfrm>
            <a:off x="2199994" y="632086"/>
            <a:ext cx="524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E78C5-99B8-2480-E44C-64222D272CA9}"/>
              </a:ext>
            </a:extLst>
          </p:cNvPr>
          <p:cNvSpPr txBox="1"/>
          <p:nvPr/>
        </p:nvSpPr>
        <p:spPr>
          <a:xfrm>
            <a:off x="2046775" y="1339972"/>
            <a:ext cx="879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hubWest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6C1B569-009A-188D-10E1-3CADB70C07F0}"/>
              </a:ext>
            </a:extLst>
          </p:cNvPr>
          <p:cNvGrpSpPr/>
          <p:nvPr/>
        </p:nvGrpSpPr>
        <p:grpSpPr>
          <a:xfrm>
            <a:off x="3123812" y="940606"/>
            <a:ext cx="644638" cy="644638"/>
            <a:chOff x="8987933" y="1277123"/>
            <a:chExt cx="644638" cy="64463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68C4DD2-121D-3807-3935-E432A4FFE232}"/>
                </a:ext>
              </a:extLst>
            </p:cNvPr>
            <p:cNvSpPr/>
            <p:nvPr/>
          </p:nvSpPr>
          <p:spPr>
            <a:xfrm>
              <a:off x="8987933" y="1277123"/>
              <a:ext cx="644638" cy="64463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30396D5-11C0-B860-778C-B0E3FAAE2DB5}"/>
                </a:ext>
              </a:extLst>
            </p:cNvPr>
            <p:cNvGrpSpPr/>
            <p:nvPr/>
          </p:nvGrpSpPr>
          <p:grpSpPr>
            <a:xfrm>
              <a:off x="9056714" y="1328837"/>
              <a:ext cx="523702" cy="543097"/>
              <a:chOff x="9044247" y="1323964"/>
              <a:chExt cx="523702" cy="543097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89A5839-2EC7-1C73-85AA-579D677FEC98}"/>
                  </a:ext>
                </a:extLst>
              </p:cNvPr>
              <p:cNvCxnSpPr/>
              <p:nvPr/>
            </p:nvCxnSpPr>
            <p:spPr>
              <a:xfrm>
                <a:off x="9044247" y="1599442"/>
                <a:ext cx="232757" cy="0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3932C802-772A-EA00-4230-2AE3D5A229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35192" y="1598242"/>
                <a:ext cx="232757" cy="0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66A13D44-B9DB-8747-B629-B5D0C0034E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9193874" y="1440343"/>
                <a:ext cx="232757" cy="0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86F575D-DF79-3F03-9C85-AA329E87074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196646" y="1750683"/>
                <a:ext cx="232757" cy="0"/>
              </a:xfrm>
              <a:prstGeom prst="straightConnector1">
                <a:avLst/>
              </a:prstGeom>
              <a:ln w="3492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ACDBBB-D187-9CB8-A049-FF41B32103BF}"/>
              </a:ext>
            </a:extLst>
          </p:cNvPr>
          <p:cNvSpPr txBox="1"/>
          <p:nvPr/>
        </p:nvSpPr>
        <p:spPr>
          <a:xfrm>
            <a:off x="2996126" y="704461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rtr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256E28-4CB5-CF89-F424-4C4E40B04340}"/>
              </a:ext>
            </a:extLst>
          </p:cNvPr>
          <p:cNvCxnSpPr>
            <a:cxnSpLocks/>
          </p:cNvCxnSpPr>
          <p:nvPr/>
        </p:nvCxnSpPr>
        <p:spPr>
          <a:xfrm>
            <a:off x="3785210" y="1299159"/>
            <a:ext cx="273964" cy="1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9590D1-4A18-9087-EC9D-D3EA015AB0D8}"/>
              </a:ext>
            </a:extLst>
          </p:cNvPr>
          <p:cNvCxnSpPr>
            <a:cxnSpLocks/>
          </p:cNvCxnSpPr>
          <p:nvPr/>
        </p:nvCxnSpPr>
        <p:spPr>
          <a:xfrm flipH="1">
            <a:off x="2879689" y="1266597"/>
            <a:ext cx="2383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2CD6B6B-D584-058A-08A5-5BDFA91B1D92}"/>
              </a:ext>
            </a:extLst>
          </p:cNvPr>
          <p:cNvCxnSpPr>
            <a:cxnSpLocks/>
          </p:cNvCxnSpPr>
          <p:nvPr/>
        </p:nvCxnSpPr>
        <p:spPr>
          <a:xfrm flipH="1">
            <a:off x="1919260" y="1272580"/>
            <a:ext cx="127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EB66AC-C30F-0400-8549-9A92D81C9EB5}"/>
              </a:ext>
            </a:extLst>
          </p:cNvPr>
          <p:cNvSpPr txBox="1"/>
          <p:nvPr/>
        </p:nvSpPr>
        <p:spPr>
          <a:xfrm>
            <a:off x="1369169" y="449408"/>
            <a:ext cx="837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srvLoop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C86B158-4759-3708-1C30-D283B9422749}"/>
              </a:ext>
            </a:extLst>
          </p:cNvPr>
          <p:cNvSpPr/>
          <p:nvPr/>
        </p:nvSpPr>
        <p:spPr>
          <a:xfrm>
            <a:off x="2103202" y="1761318"/>
            <a:ext cx="737528" cy="376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9D212C-7159-65DC-B142-B623390A9DAE}"/>
              </a:ext>
            </a:extLst>
          </p:cNvPr>
          <p:cNvSpPr txBox="1"/>
          <p:nvPr/>
        </p:nvSpPr>
        <p:spPr>
          <a:xfrm>
            <a:off x="2063334" y="1794996"/>
            <a:ext cx="771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EW_dst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ED26619-8634-0B95-F3BE-31CA481523D3}"/>
              </a:ext>
            </a:extLst>
          </p:cNvPr>
          <p:cNvCxnSpPr>
            <a:cxnSpLocks/>
          </p:cNvCxnSpPr>
          <p:nvPr/>
        </p:nvCxnSpPr>
        <p:spPr>
          <a:xfrm>
            <a:off x="2456448" y="1628239"/>
            <a:ext cx="0" cy="121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F6AE117-C8BD-E6EF-0E52-578095EB637A}"/>
              </a:ext>
            </a:extLst>
          </p:cNvPr>
          <p:cNvGrpSpPr/>
          <p:nvPr/>
        </p:nvGrpSpPr>
        <p:grpSpPr>
          <a:xfrm>
            <a:off x="2138487" y="417137"/>
            <a:ext cx="620683" cy="376594"/>
            <a:chOff x="954973" y="3240703"/>
            <a:chExt cx="620683" cy="376594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241965B-58C3-B811-B1FA-8E2E3F5003F8}"/>
                </a:ext>
              </a:extLst>
            </p:cNvPr>
            <p:cNvSpPr/>
            <p:nvPr/>
          </p:nvSpPr>
          <p:spPr>
            <a:xfrm>
              <a:off x="994841" y="3240703"/>
              <a:ext cx="580815" cy="3765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1902B16-FF3B-985E-3161-A866A2D093D5}"/>
                </a:ext>
              </a:extLst>
            </p:cNvPr>
            <p:cNvSpPr txBox="1"/>
            <p:nvPr/>
          </p:nvSpPr>
          <p:spPr>
            <a:xfrm>
              <a:off x="954973" y="3274381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client</a:t>
              </a:r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5DDEFEB-9D42-0141-E9A3-AB3308DEEEC7}"/>
              </a:ext>
            </a:extLst>
          </p:cNvPr>
          <p:cNvCxnSpPr>
            <a:cxnSpLocks/>
          </p:cNvCxnSpPr>
          <p:nvPr/>
        </p:nvCxnSpPr>
        <p:spPr>
          <a:xfrm>
            <a:off x="2464068" y="797659"/>
            <a:ext cx="0" cy="121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B5B0580A-3835-FAA9-81BF-426FDA7273B0}"/>
              </a:ext>
            </a:extLst>
          </p:cNvPr>
          <p:cNvSpPr/>
          <p:nvPr/>
        </p:nvSpPr>
        <p:spPr>
          <a:xfrm>
            <a:off x="5023302" y="1116557"/>
            <a:ext cx="737528" cy="376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0EAC63-C374-18A1-CD27-5238F860F676}"/>
              </a:ext>
            </a:extLst>
          </p:cNvPr>
          <p:cNvSpPr txBox="1"/>
          <p:nvPr/>
        </p:nvSpPr>
        <p:spPr>
          <a:xfrm>
            <a:off x="4983434" y="1150235"/>
            <a:ext cx="765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EW_src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BC5CC21-BEF4-3BC8-D8CC-EA848469C361}"/>
              </a:ext>
            </a:extLst>
          </p:cNvPr>
          <p:cNvSpPr/>
          <p:nvPr/>
        </p:nvSpPr>
        <p:spPr>
          <a:xfrm>
            <a:off x="4052029" y="951779"/>
            <a:ext cx="823242" cy="6949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732EAD-DC93-E043-3DB0-66F96FC5FD96}"/>
              </a:ext>
            </a:extLst>
          </p:cNvPr>
          <p:cNvSpPr txBox="1"/>
          <p:nvPr/>
        </p:nvSpPr>
        <p:spPr>
          <a:xfrm>
            <a:off x="4189683" y="658738"/>
            <a:ext cx="524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424E37-0CDF-E319-6D47-76354B102A5C}"/>
              </a:ext>
            </a:extLst>
          </p:cNvPr>
          <p:cNvSpPr txBox="1"/>
          <p:nvPr/>
        </p:nvSpPr>
        <p:spPr>
          <a:xfrm>
            <a:off x="4036464" y="1366624"/>
            <a:ext cx="82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hubEast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62EDCC5-4505-6B2B-8C5A-146CE4206F8F}"/>
              </a:ext>
            </a:extLst>
          </p:cNvPr>
          <p:cNvCxnSpPr>
            <a:cxnSpLocks/>
          </p:cNvCxnSpPr>
          <p:nvPr/>
        </p:nvCxnSpPr>
        <p:spPr>
          <a:xfrm flipH="1">
            <a:off x="4886399" y="1302486"/>
            <a:ext cx="1275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2CDDCC9B-CAC3-E78C-2197-D1F91F4734D9}"/>
              </a:ext>
            </a:extLst>
          </p:cNvPr>
          <p:cNvSpPr/>
          <p:nvPr/>
        </p:nvSpPr>
        <p:spPr>
          <a:xfrm>
            <a:off x="4092891" y="1787970"/>
            <a:ext cx="737528" cy="376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BB2F4E-D8A2-BE79-7405-3C9DCB48127E}"/>
              </a:ext>
            </a:extLst>
          </p:cNvPr>
          <p:cNvSpPr txBox="1"/>
          <p:nvPr/>
        </p:nvSpPr>
        <p:spPr>
          <a:xfrm>
            <a:off x="4053023" y="1821648"/>
            <a:ext cx="771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WE_dst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5E79336-027B-F2CB-CA31-074D60FC7928}"/>
              </a:ext>
            </a:extLst>
          </p:cNvPr>
          <p:cNvCxnSpPr>
            <a:cxnSpLocks/>
          </p:cNvCxnSpPr>
          <p:nvPr/>
        </p:nvCxnSpPr>
        <p:spPr>
          <a:xfrm>
            <a:off x="4446137" y="1654891"/>
            <a:ext cx="0" cy="121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75682B2-3341-0726-3C01-C6C7C078F329}"/>
              </a:ext>
            </a:extLst>
          </p:cNvPr>
          <p:cNvGrpSpPr/>
          <p:nvPr/>
        </p:nvGrpSpPr>
        <p:grpSpPr>
          <a:xfrm>
            <a:off x="4128176" y="443789"/>
            <a:ext cx="661720" cy="376594"/>
            <a:chOff x="954973" y="3240703"/>
            <a:chExt cx="661720" cy="376594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E835346-C95D-A05A-86DF-01981E056345}"/>
                </a:ext>
              </a:extLst>
            </p:cNvPr>
            <p:cNvSpPr/>
            <p:nvPr/>
          </p:nvSpPr>
          <p:spPr>
            <a:xfrm>
              <a:off x="994841" y="3240703"/>
              <a:ext cx="580815" cy="3765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7183360-2C63-7F47-B7D2-B60C01069B0F}"/>
                </a:ext>
              </a:extLst>
            </p:cNvPr>
            <p:cNvSpPr txBox="1"/>
            <p:nvPr/>
          </p:nvSpPr>
          <p:spPr>
            <a:xfrm>
              <a:off x="954973" y="3274381"/>
              <a:ext cx="6617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server</a:t>
              </a:r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43B9856-2F54-1C93-251E-C4572F2FF2D1}"/>
              </a:ext>
            </a:extLst>
          </p:cNvPr>
          <p:cNvCxnSpPr>
            <a:cxnSpLocks/>
          </p:cNvCxnSpPr>
          <p:nvPr/>
        </p:nvCxnSpPr>
        <p:spPr>
          <a:xfrm>
            <a:off x="4453757" y="824311"/>
            <a:ext cx="0" cy="1213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6BF657C-AA14-C4B0-248F-A8C9B410AB9C}"/>
              </a:ext>
            </a:extLst>
          </p:cNvPr>
          <p:cNvSpPr txBox="1"/>
          <p:nvPr/>
        </p:nvSpPr>
        <p:spPr>
          <a:xfrm>
            <a:off x="4683428" y="488011"/>
            <a:ext cx="837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srvLoop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12A834E-44D7-88AD-1640-ACA473AA331D}"/>
              </a:ext>
            </a:extLst>
          </p:cNvPr>
          <p:cNvSpPr/>
          <p:nvPr/>
        </p:nvSpPr>
        <p:spPr>
          <a:xfrm>
            <a:off x="960120" y="152400"/>
            <a:ext cx="2523418" cy="221742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37B189-E129-D0D8-97FD-D91F0FB08FBA}"/>
              </a:ext>
            </a:extLst>
          </p:cNvPr>
          <p:cNvSpPr/>
          <p:nvPr/>
        </p:nvSpPr>
        <p:spPr>
          <a:xfrm>
            <a:off x="3505075" y="152400"/>
            <a:ext cx="2523418" cy="221742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A6043DD-BAB0-51EA-EB67-79A2E8BD2C60}"/>
              </a:ext>
            </a:extLst>
          </p:cNvPr>
          <p:cNvSpPr txBox="1"/>
          <p:nvPr/>
        </p:nvSpPr>
        <p:spPr>
          <a:xfrm>
            <a:off x="967098" y="1746795"/>
            <a:ext cx="101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netWest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0FF9AAD-F61E-5C21-8AFB-CE93F96AD2A0}"/>
              </a:ext>
            </a:extLst>
          </p:cNvPr>
          <p:cNvSpPr txBox="1"/>
          <p:nvPr/>
        </p:nvSpPr>
        <p:spPr>
          <a:xfrm>
            <a:off x="5013914" y="1787970"/>
            <a:ext cx="946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netEast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32306A1E-70A4-69D8-4879-B6080E174ADD}"/>
              </a:ext>
            </a:extLst>
          </p:cNvPr>
          <p:cNvSpPr/>
          <p:nvPr/>
        </p:nvSpPr>
        <p:spPr>
          <a:xfrm>
            <a:off x="1088979" y="2765139"/>
            <a:ext cx="4926392" cy="167756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0E43237-D517-784F-BA6C-BDFAD5B0EE02}"/>
              </a:ext>
            </a:extLst>
          </p:cNvPr>
          <p:cNvGrpSpPr/>
          <p:nvPr/>
        </p:nvGrpSpPr>
        <p:grpSpPr>
          <a:xfrm>
            <a:off x="1159534" y="2873903"/>
            <a:ext cx="1053329" cy="573950"/>
            <a:chOff x="626557" y="742045"/>
            <a:chExt cx="1162874" cy="573950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F5BD5BEE-3FCD-A12F-BA20-7E58208412C1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9B008EA-48B5-AD95-9C34-124CA9F49232}"/>
                </a:ext>
              </a:extLst>
            </p:cNvPr>
            <p:cNvSpPr txBox="1"/>
            <p:nvPr/>
          </p:nvSpPr>
          <p:spPr>
            <a:xfrm>
              <a:off x="626557" y="859743"/>
              <a:ext cx="10749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startThread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2CE45F8-E7C6-A5F0-09EA-2BD8EFC12287}"/>
              </a:ext>
            </a:extLst>
          </p:cNvPr>
          <p:cNvGrpSpPr/>
          <p:nvPr/>
        </p:nvGrpSpPr>
        <p:grpSpPr>
          <a:xfrm>
            <a:off x="2408823" y="2873903"/>
            <a:ext cx="1180793" cy="573950"/>
            <a:chOff x="624795" y="742045"/>
            <a:chExt cx="1164636" cy="573950"/>
          </a:xfrm>
        </p:grpSpPr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463B191E-19AA-8C53-363B-8D3FA1AB1196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8184DF3-F8AB-54BA-C562-A0D630989173}"/>
                </a:ext>
              </a:extLst>
            </p:cNvPr>
            <p:cNvSpPr txBox="1"/>
            <p:nvPr/>
          </p:nvSpPr>
          <p:spPr>
            <a:xfrm>
              <a:off x="624795" y="870401"/>
              <a:ext cx="10389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startMeasure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13105A9-B2F6-D3E9-1B06-55546AD8EAD2}"/>
              </a:ext>
            </a:extLst>
          </p:cNvPr>
          <p:cNvGrpSpPr/>
          <p:nvPr/>
        </p:nvGrpSpPr>
        <p:grpSpPr>
          <a:xfrm>
            <a:off x="3825923" y="2889642"/>
            <a:ext cx="817898" cy="573950"/>
            <a:chOff x="2993292" y="4833793"/>
            <a:chExt cx="817898" cy="573950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6281CB6F-CE94-0C9E-6BBE-CF125ED76113}"/>
                </a:ext>
              </a:extLst>
            </p:cNvPr>
            <p:cNvSpPr/>
            <p:nvPr/>
          </p:nvSpPr>
          <p:spPr>
            <a:xfrm>
              <a:off x="3014228" y="4833793"/>
              <a:ext cx="796962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E813F52-DEE3-4B30-9DE0-A517AAAF30F3}"/>
                </a:ext>
              </a:extLst>
            </p:cNvPr>
            <p:cNvSpPr txBox="1"/>
            <p:nvPr/>
          </p:nvSpPr>
          <p:spPr>
            <a:xfrm>
              <a:off x="2993292" y="4962783"/>
              <a:ext cx="7969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request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FA2865B-6F83-CD5A-C498-D03097CFAA6D}"/>
              </a:ext>
            </a:extLst>
          </p:cNvPr>
          <p:cNvGrpSpPr/>
          <p:nvPr/>
        </p:nvGrpSpPr>
        <p:grpSpPr>
          <a:xfrm>
            <a:off x="4758391" y="3754008"/>
            <a:ext cx="1101032" cy="573950"/>
            <a:chOff x="629562" y="742045"/>
            <a:chExt cx="1159869" cy="573950"/>
          </a:xfrm>
        </p:grpSpPr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050558FD-A03E-40DF-D508-CEE982DC08A0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F0C1978-9804-8CF8-5E42-2B575B170B48}"/>
                </a:ext>
              </a:extLst>
            </p:cNvPr>
            <p:cNvSpPr txBox="1"/>
            <p:nvPr/>
          </p:nvSpPr>
          <p:spPr>
            <a:xfrm>
              <a:off x="629562" y="870401"/>
              <a:ext cx="9867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endMeasure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4550D3A-2E00-AC82-0F40-E3024AF4B505}"/>
              </a:ext>
            </a:extLst>
          </p:cNvPr>
          <p:cNvGrpSpPr/>
          <p:nvPr/>
        </p:nvGrpSpPr>
        <p:grpSpPr>
          <a:xfrm>
            <a:off x="3613510" y="3741877"/>
            <a:ext cx="959709" cy="573950"/>
            <a:chOff x="626557" y="742045"/>
            <a:chExt cx="1162874" cy="573950"/>
          </a:xfrm>
        </p:grpSpPr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92FCE1DE-A1D1-1EBC-B270-9B08044F1A8D}"/>
                </a:ext>
              </a:extLst>
            </p:cNvPr>
            <p:cNvSpPr/>
            <p:nvPr/>
          </p:nvSpPr>
          <p:spPr>
            <a:xfrm>
              <a:off x="664590" y="742045"/>
              <a:ext cx="1124841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89CD8C8-5DA9-2BC7-93AA-308FD22FF5AE}"/>
                </a:ext>
              </a:extLst>
            </p:cNvPr>
            <p:cNvSpPr txBox="1"/>
            <p:nvPr/>
          </p:nvSpPr>
          <p:spPr>
            <a:xfrm>
              <a:off x="626557" y="859743"/>
              <a:ext cx="10587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endThread</a:t>
              </a:r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A215190-4ACE-4F48-6411-236104373AEF}"/>
              </a:ext>
            </a:extLst>
          </p:cNvPr>
          <p:cNvCxnSpPr>
            <a:cxnSpLocks/>
          </p:cNvCxnSpPr>
          <p:nvPr/>
        </p:nvCxnSpPr>
        <p:spPr>
          <a:xfrm>
            <a:off x="2212863" y="3176617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C4AC7448-BE3F-46F3-9283-EBE3FA17C691}"/>
              </a:ext>
            </a:extLst>
          </p:cNvPr>
          <p:cNvSpPr txBox="1"/>
          <p:nvPr/>
        </p:nvSpPr>
        <p:spPr>
          <a:xfrm>
            <a:off x="1989926" y="3799454"/>
            <a:ext cx="837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srvLoop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8D9B38C-5E9B-B9B4-7B69-6941049B30EB}"/>
              </a:ext>
            </a:extLst>
          </p:cNvPr>
          <p:cNvCxnSpPr>
            <a:cxnSpLocks/>
          </p:cNvCxnSpPr>
          <p:nvPr/>
        </p:nvCxnSpPr>
        <p:spPr>
          <a:xfrm>
            <a:off x="3598512" y="3170357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FF04238A-9D63-E6AA-7CF5-B4D857245799}"/>
              </a:ext>
            </a:extLst>
          </p:cNvPr>
          <p:cNvCxnSpPr>
            <a:cxnSpLocks/>
          </p:cNvCxnSpPr>
          <p:nvPr/>
        </p:nvCxnSpPr>
        <p:spPr>
          <a:xfrm>
            <a:off x="5327263" y="3461777"/>
            <a:ext cx="0" cy="2915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C154C63-8682-5292-A6B6-31D4ADE85E21}"/>
              </a:ext>
            </a:extLst>
          </p:cNvPr>
          <p:cNvCxnSpPr>
            <a:cxnSpLocks/>
          </p:cNvCxnSpPr>
          <p:nvPr/>
        </p:nvCxnSpPr>
        <p:spPr>
          <a:xfrm flipH="1">
            <a:off x="4556469" y="4061882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015C284-2A6F-228B-4B9C-290BBBBB3892}"/>
              </a:ext>
            </a:extLst>
          </p:cNvPr>
          <p:cNvGrpSpPr/>
          <p:nvPr/>
        </p:nvGrpSpPr>
        <p:grpSpPr>
          <a:xfrm>
            <a:off x="4873639" y="2884852"/>
            <a:ext cx="926169" cy="652210"/>
            <a:chOff x="2993292" y="4833793"/>
            <a:chExt cx="817898" cy="652210"/>
          </a:xfrm>
        </p:grpSpPr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5F3CDF14-4C2A-FABB-AC9E-FE965EBC6AFB}"/>
                </a:ext>
              </a:extLst>
            </p:cNvPr>
            <p:cNvSpPr/>
            <p:nvPr/>
          </p:nvSpPr>
          <p:spPr>
            <a:xfrm>
              <a:off x="3014228" y="4833793"/>
              <a:ext cx="796962" cy="57395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A32FC42-7605-1253-319E-126693F79AB8}"/>
                </a:ext>
              </a:extLst>
            </p:cNvPr>
            <p:cNvSpPr txBox="1"/>
            <p:nvPr/>
          </p:nvSpPr>
          <p:spPr>
            <a:xfrm>
              <a:off x="2993292" y="4962783"/>
              <a:ext cx="7969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response</a:t>
              </a:r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96376FA-6C14-4EC0-8E6E-8875F59C3595}"/>
              </a:ext>
            </a:extLst>
          </p:cNvPr>
          <p:cNvCxnSpPr>
            <a:cxnSpLocks/>
          </p:cNvCxnSpPr>
          <p:nvPr/>
        </p:nvCxnSpPr>
        <p:spPr>
          <a:xfrm>
            <a:off x="4643821" y="3170357"/>
            <a:ext cx="23517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02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64353</TotalTime>
  <Words>578</Words>
  <Application>Microsoft Macintosh PowerPoint</Application>
  <PresentationFormat>Widescreen</PresentationFormat>
  <Paragraphs>366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Apple Chancery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Nicol</dc:creator>
  <cp:lastModifiedBy>David Nicol</cp:lastModifiedBy>
  <cp:revision>17</cp:revision>
  <dcterms:created xsi:type="dcterms:W3CDTF">2024-11-27T14:28:11Z</dcterms:created>
  <dcterms:modified xsi:type="dcterms:W3CDTF">2025-05-19T22:39:38Z</dcterms:modified>
</cp:coreProperties>
</file>